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5"/>
    <p:sldMasterId id="2147483666" r:id="rId6"/>
    <p:sldMasterId id="2147483667" r:id="rId7"/>
    <p:sldMasterId id="2147483668" r:id="rId8"/>
    <p:sldMasterId id="2147483669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</p:sldIdLst>
  <p:sldSz cy="7559675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305EC9-36A4-49E9-92FB-F2DBB16281DD}">
  <a:tblStyle styleId="{F0305EC9-36A4-49E9-92FB-F2DBB16281D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0.xml"/><Relationship Id="rId11" Type="http://schemas.openxmlformats.org/officeDocument/2006/relationships/slide" Target="slides/slide1.xml"/><Relationship Id="rId22" Type="http://schemas.openxmlformats.org/officeDocument/2006/relationships/slide" Target="slides/slide12.xml"/><Relationship Id="rId10" Type="http://schemas.openxmlformats.org/officeDocument/2006/relationships/notesMaster" Target="notesMasters/notesMaster1.xml"/><Relationship Id="rId21" Type="http://schemas.openxmlformats.org/officeDocument/2006/relationships/slide" Target="slides/slide11.xml"/><Relationship Id="rId13" Type="http://schemas.openxmlformats.org/officeDocument/2006/relationships/slide" Target="slides/slide3.xml"/><Relationship Id="rId24" Type="http://schemas.openxmlformats.org/officeDocument/2006/relationships/slide" Target="slides/slide14.xml"/><Relationship Id="rId12" Type="http://schemas.openxmlformats.org/officeDocument/2006/relationships/slide" Target="slides/slide2.xml"/><Relationship Id="rId23" Type="http://schemas.openxmlformats.org/officeDocument/2006/relationships/slide" Target="slides/slide13.xml"/><Relationship Id="rId1" Type="http://schemas.openxmlformats.org/officeDocument/2006/relationships/theme" Target="theme/theme5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9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8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5900" y="812800"/>
            <a:ext cx="7126287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/>
          </a:p>
        </p:txBody>
      </p:sp>
      <p:sp>
        <p:nvSpPr>
          <p:cNvPr id="208" name="Google Shape;208;p1:notes"/>
          <p:cNvSpPr/>
          <p:nvPr>
            <p:ph idx="2" type="sldImg"/>
          </p:nvPr>
        </p:nvSpPr>
        <p:spPr>
          <a:xfrm>
            <a:off x="1106487" y="812800"/>
            <a:ext cx="5346700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09" name="Google Shape;209;p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/>
          </a:p>
        </p:txBody>
      </p:sp>
      <p:sp>
        <p:nvSpPr>
          <p:cNvPr id="216" name="Google Shape;216;p2:notes"/>
          <p:cNvSpPr/>
          <p:nvPr>
            <p:ph idx="2" type="sldImg"/>
          </p:nvPr>
        </p:nvSpPr>
        <p:spPr>
          <a:xfrm>
            <a:off x="1106487" y="812800"/>
            <a:ext cx="5346700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17" name="Google Shape;217;p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/>
          </a:p>
        </p:txBody>
      </p:sp>
      <p:sp>
        <p:nvSpPr>
          <p:cNvPr id="223" name="Google Shape;223;p3:notes"/>
          <p:cNvSpPr/>
          <p:nvPr>
            <p:ph idx="2" type="sldImg"/>
          </p:nvPr>
        </p:nvSpPr>
        <p:spPr>
          <a:xfrm>
            <a:off x="1106487" y="812800"/>
            <a:ext cx="5346700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24" name="Google Shape;224;p3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:notes"/>
          <p:cNvSpPr/>
          <p:nvPr>
            <p:ph idx="2" type="sldImg"/>
          </p:nvPr>
        </p:nvSpPr>
        <p:spPr>
          <a:xfrm>
            <a:off x="215900" y="812800"/>
            <a:ext cx="7126287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5:notes"/>
          <p:cNvSpPr/>
          <p:nvPr>
            <p:ph idx="2" type="sldImg"/>
          </p:nvPr>
        </p:nvSpPr>
        <p:spPr>
          <a:xfrm>
            <a:off x="215900" y="812800"/>
            <a:ext cx="7126287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/>
          </a:p>
        </p:txBody>
      </p:sp>
      <p:sp>
        <p:nvSpPr>
          <p:cNvPr id="240" name="Google Shape;240;p6:notes"/>
          <p:cNvSpPr/>
          <p:nvPr>
            <p:ph idx="2" type="sldImg"/>
          </p:nvPr>
        </p:nvSpPr>
        <p:spPr>
          <a:xfrm>
            <a:off x="1106487" y="812800"/>
            <a:ext cx="5346700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41" name="Google Shape;241;p6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/>
          </a:p>
        </p:txBody>
      </p:sp>
      <p:sp>
        <p:nvSpPr>
          <p:cNvPr id="247" name="Google Shape;247;p7:notes"/>
          <p:cNvSpPr/>
          <p:nvPr>
            <p:ph idx="2" type="sldImg"/>
          </p:nvPr>
        </p:nvSpPr>
        <p:spPr>
          <a:xfrm>
            <a:off x="1106487" y="812800"/>
            <a:ext cx="5346700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48" name="Google Shape;248;p7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/>
          <p:nvPr>
            <p:ph idx="2" type="sldImg"/>
          </p:nvPr>
        </p:nvSpPr>
        <p:spPr>
          <a:xfrm>
            <a:off x="215900" y="812800"/>
            <a:ext cx="7126287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/>
          </a:p>
        </p:txBody>
      </p:sp>
      <p:sp>
        <p:nvSpPr>
          <p:cNvPr id="261" name="Google Shape;261;p9:notes"/>
          <p:cNvSpPr/>
          <p:nvPr>
            <p:ph idx="2" type="sldImg"/>
          </p:nvPr>
        </p:nvSpPr>
        <p:spPr>
          <a:xfrm>
            <a:off x="1106487" y="812800"/>
            <a:ext cx="5346700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62" name="Google Shape;262;p9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/>
          </a:p>
        </p:txBody>
      </p:sp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1106487" y="812800"/>
            <a:ext cx="5346700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/>
          </a:p>
        </p:txBody>
      </p:sp>
      <p:sp>
        <p:nvSpPr>
          <p:cNvPr id="276" name="Google Shape;276;p11:notes"/>
          <p:cNvSpPr/>
          <p:nvPr>
            <p:ph idx="2" type="sldImg"/>
          </p:nvPr>
        </p:nvSpPr>
        <p:spPr>
          <a:xfrm>
            <a:off x="1106487" y="812800"/>
            <a:ext cx="5346700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77" name="Google Shape;277;p1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/>
          </a:p>
        </p:txBody>
      </p:sp>
      <p:sp>
        <p:nvSpPr>
          <p:cNvPr id="285" name="Google Shape;285;p12:notes"/>
          <p:cNvSpPr/>
          <p:nvPr>
            <p:ph idx="2" type="sldImg"/>
          </p:nvPr>
        </p:nvSpPr>
        <p:spPr>
          <a:xfrm>
            <a:off x="1106487" y="812800"/>
            <a:ext cx="5346700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86" name="Google Shape;286;p1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rebuchet MS"/>
              <a:buNone/>
            </a:pPr>
            <a:fld id="{00000000-1234-1234-1234-123412341234}" type="slidenum">
              <a:rPr b="0" i="0" lang="en-US" sz="1400" u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/>
          </a:p>
        </p:txBody>
      </p:sp>
      <p:sp>
        <p:nvSpPr>
          <p:cNvPr id="293" name="Google Shape;293;p13:notes"/>
          <p:cNvSpPr/>
          <p:nvPr>
            <p:ph idx="2" type="sldImg"/>
          </p:nvPr>
        </p:nvSpPr>
        <p:spPr>
          <a:xfrm>
            <a:off x="1106487" y="812800"/>
            <a:ext cx="5346700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94" name="Google Shape;294;p13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/>
          </a:p>
        </p:txBody>
      </p:sp>
      <p:sp>
        <p:nvSpPr>
          <p:cNvPr id="301" name="Google Shape;301;p14:notes"/>
          <p:cNvSpPr/>
          <p:nvPr>
            <p:ph idx="2" type="sldImg"/>
          </p:nvPr>
        </p:nvSpPr>
        <p:spPr>
          <a:xfrm>
            <a:off x="1106487" y="812800"/>
            <a:ext cx="5346700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02" name="Google Shape;302;p14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968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" type="body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9" name="Google Shape;29;p2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"/>
          <p:cNvSpPr txBox="1"/>
          <p:nvPr>
            <p:ph type="title"/>
          </p:nvPr>
        </p:nvSpPr>
        <p:spPr>
          <a:xfrm rot="5400000">
            <a:off x="4234732" y="3026812"/>
            <a:ext cx="5788752" cy="1079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body"/>
          </p:nvPr>
        </p:nvSpPr>
        <p:spPr>
          <a:xfrm rot="5400000">
            <a:off x="641243" y="702770"/>
            <a:ext cx="5788752" cy="57271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/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 rot="5400000">
            <a:off x="2031206" y="1021556"/>
            <a:ext cx="4278312" cy="69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/>
          <p:nvPr>
            <p:ph type="title"/>
          </p:nvPr>
        </p:nvSpPr>
        <p:spPr>
          <a:xfrm>
            <a:off x="678930" y="671971"/>
            <a:ext cx="6991025" cy="3331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485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672038" y="4423810"/>
            <a:ext cx="6997916" cy="5668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100"/>
              </a:spcBef>
              <a:spcAft>
                <a:spcPts val="0"/>
              </a:spcAft>
              <a:buSzPts val="2117"/>
              <a:buFont typeface="Trebuchet MS"/>
              <a:buNone/>
              <a:defRPr sz="2646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100"/>
              </a:spcBef>
              <a:spcAft>
                <a:spcPts val="0"/>
              </a:spcAft>
              <a:buSzPts val="1360"/>
              <a:buFont typeface="Trebuchet MS"/>
              <a:buNone/>
              <a:defRPr/>
            </a:lvl2pPr>
            <a:lvl3pPr indent="-228600" lvl="2" marL="1371600" algn="l">
              <a:spcBef>
                <a:spcPts val="1100"/>
              </a:spcBef>
              <a:spcAft>
                <a:spcPts val="0"/>
              </a:spcAft>
              <a:buSzPts val="1200"/>
              <a:buFont typeface="Trebuchet MS"/>
              <a:buNone/>
              <a:defRPr/>
            </a:lvl3pPr>
            <a:lvl4pPr indent="-228600" lvl="3" marL="1828800" algn="l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4pPr>
            <a:lvl5pPr indent="-228600" lvl="4" marL="2286000" algn="l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5pPr>
            <a:lvl6pPr indent="-320040" lvl="5" marL="27432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2" type="body"/>
          </p:nvPr>
        </p:nvSpPr>
        <p:spPr>
          <a:xfrm>
            <a:off x="672040" y="4990673"/>
            <a:ext cx="6997915" cy="1668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5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/>
          <p:nvPr>
            <p:ph type="title"/>
          </p:nvPr>
        </p:nvSpPr>
        <p:spPr>
          <a:xfrm>
            <a:off x="672040" y="2129659"/>
            <a:ext cx="6997915" cy="28610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485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" type="body"/>
          </p:nvPr>
        </p:nvSpPr>
        <p:spPr>
          <a:xfrm>
            <a:off x="672040" y="4990673"/>
            <a:ext cx="6997915" cy="1668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672042" y="671971"/>
            <a:ext cx="6997914" cy="3751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485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672042" y="4927788"/>
            <a:ext cx="6997914" cy="17316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0" name="Google Shape;60;p7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/>
          <p:nvPr>
            <p:ph type="title"/>
          </p:nvPr>
        </p:nvSpPr>
        <p:spPr>
          <a:xfrm>
            <a:off x="672041" y="5291772"/>
            <a:ext cx="6997914" cy="6247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2646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/>
          <p:nvPr>
            <p:ph idx="2" type="pic"/>
          </p:nvPr>
        </p:nvSpPr>
        <p:spPr>
          <a:xfrm>
            <a:off x="672041" y="671971"/>
            <a:ext cx="6997914" cy="4239192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8"/>
          <p:cNvSpPr txBox="1"/>
          <p:nvPr>
            <p:ph idx="1" type="body"/>
          </p:nvPr>
        </p:nvSpPr>
        <p:spPr>
          <a:xfrm>
            <a:off x="672041" y="5916496"/>
            <a:ext cx="6997914" cy="7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100"/>
              </a:spcBef>
              <a:spcAft>
                <a:spcPts val="0"/>
              </a:spcAft>
              <a:buSzPts val="1058"/>
              <a:buNone/>
              <a:defRPr sz="1323"/>
            </a:lvl1pPr>
            <a:lvl2pPr indent="-228600" lvl="1" marL="914400" algn="l">
              <a:spcBef>
                <a:spcPts val="1100"/>
              </a:spcBef>
              <a:spcAft>
                <a:spcPts val="0"/>
              </a:spcAft>
              <a:buSzPts val="1058"/>
              <a:buNone/>
              <a:defRPr sz="1323"/>
            </a:lvl2pPr>
            <a:lvl3pPr indent="-228600" lvl="2" marL="1371600" algn="l">
              <a:spcBef>
                <a:spcPts val="1100"/>
              </a:spcBef>
              <a:spcAft>
                <a:spcPts val="0"/>
              </a:spcAft>
              <a:buSzPts val="882"/>
              <a:buNone/>
              <a:defRPr sz="1102"/>
            </a:lvl3pPr>
            <a:lvl4pPr indent="-228600" lvl="3" marL="1828800" algn="l">
              <a:spcBef>
                <a:spcPts val="1100"/>
              </a:spcBef>
              <a:spcAft>
                <a:spcPts val="0"/>
              </a:spcAft>
              <a:buSzPts val="794"/>
              <a:buNone/>
              <a:defRPr sz="992"/>
            </a:lvl4pPr>
            <a:lvl5pPr indent="-228600" lvl="4" marL="2286000" algn="l">
              <a:spcBef>
                <a:spcPts val="1100"/>
              </a:spcBef>
              <a:spcAft>
                <a:spcPts val="0"/>
              </a:spcAft>
              <a:buSzPts val="794"/>
              <a:buNone/>
              <a:defRPr sz="992"/>
            </a:lvl5pPr>
            <a:lvl6pPr indent="-228600" lvl="5" marL="2743200" algn="l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6pPr>
            <a:lvl7pPr indent="-228600" lvl="6" marL="3200400" algn="l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7pPr>
            <a:lvl8pPr indent="-228600" lvl="7" marL="3657600" algn="l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8pPr>
            <a:lvl9pPr indent="-228600" lvl="8" marL="4114800" algn="l">
              <a:spcBef>
                <a:spcPts val="1102"/>
              </a:spcBef>
              <a:spcAft>
                <a:spcPts val="0"/>
              </a:spcAft>
              <a:buSzPts val="794"/>
              <a:buNone/>
              <a:defRPr sz="992"/>
            </a:lvl9pPr>
          </a:lstStyle>
          <a:p/>
        </p:txBody>
      </p:sp>
      <p:sp>
        <p:nvSpPr>
          <p:cNvPr id="67" name="Google Shape;67;p8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/>
          <p:nvPr>
            <p:ph type="title"/>
          </p:nvPr>
        </p:nvSpPr>
        <p:spPr>
          <a:xfrm>
            <a:off x="672041" y="1651933"/>
            <a:ext cx="3075982" cy="14092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" type="body"/>
          </p:nvPr>
        </p:nvSpPr>
        <p:spPr>
          <a:xfrm>
            <a:off x="3937083" y="567610"/>
            <a:ext cx="3732871" cy="609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2" type="body"/>
          </p:nvPr>
        </p:nvSpPr>
        <p:spPr>
          <a:xfrm>
            <a:off x="672041" y="3061205"/>
            <a:ext cx="3075982" cy="2848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/>
            </a:lvl1pPr>
            <a:lvl2pPr indent="-228600" lvl="1" marL="914400" algn="l">
              <a:spcBef>
                <a:spcPts val="1100"/>
              </a:spcBef>
              <a:spcAft>
                <a:spcPts val="0"/>
              </a:spcAft>
              <a:buSzPts val="926"/>
              <a:buNone/>
              <a:defRPr sz="1157"/>
            </a:lvl2pPr>
            <a:lvl3pPr indent="-228600" lvl="2" marL="1371600" algn="l">
              <a:spcBef>
                <a:spcPts val="1100"/>
              </a:spcBef>
              <a:spcAft>
                <a:spcPts val="0"/>
              </a:spcAft>
              <a:buSzPts val="794"/>
              <a:buNone/>
              <a:defRPr sz="992"/>
            </a:lvl3pPr>
            <a:lvl4pPr indent="-228600" lvl="3" marL="1828800" algn="l">
              <a:spcBef>
                <a:spcPts val="1100"/>
              </a:spcBef>
              <a:spcAft>
                <a:spcPts val="0"/>
              </a:spcAft>
              <a:buSzPts val="662"/>
              <a:buNone/>
              <a:defRPr sz="827"/>
            </a:lvl4pPr>
            <a:lvl5pPr indent="-228600" lvl="4" marL="2286000" algn="l">
              <a:spcBef>
                <a:spcPts val="1100"/>
              </a:spcBef>
              <a:spcAft>
                <a:spcPts val="0"/>
              </a:spcAft>
              <a:buSzPts val="662"/>
              <a:buNone/>
              <a:defRPr sz="827"/>
            </a:lvl5pPr>
            <a:lvl6pPr indent="-228600" lvl="5" marL="2743200" algn="l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6pPr>
            <a:lvl7pPr indent="-228600" lvl="6" marL="3200400" algn="l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7pPr>
            <a:lvl8pPr indent="-228600" lvl="7" marL="3657600" algn="l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8pPr>
            <a:lvl9pPr indent="-228600" lvl="8" marL="4114800" algn="l">
              <a:spcBef>
                <a:spcPts val="1102"/>
              </a:spcBef>
              <a:spcAft>
                <a:spcPts val="0"/>
              </a:spcAft>
              <a:buSzPts val="662"/>
              <a:buNone/>
              <a:defRPr sz="827"/>
            </a:lvl9pPr>
          </a:lstStyle>
          <a:p/>
        </p:txBody>
      </p:sp>
      <p:sp>
        <p:nvSpPr>
          <p:cNvPr id="74" name="Google Shape;74;p9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/>
          <p:nvPr>
            <p:ph type="title"/>
          </p:nvPr>
        </p:nvSpPr>
        <p:spPr>
          <a:xfrm>
            <a:off x="672041" y="671971"/>
            <a:ext cx="6997914" cy="1455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type="title"/>
          </p:nvPr>
        </p:nvSpPr>
        <p:spPr>
          <a:xfrm>
            <a:off x="672041" y="671971"/>
            <a:ext cx="6997913" cy="1455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" type="body"/>
          </p:nvPr>
        </p:nvSpPr>
        <p:spPr>
          <a:xfrm>
            <a:off x="672041" y="2382084"/>
            <a:ext cx="3407251" cy="6352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100"/>
              </a:spcBef>
              <a:spcAft>
                <a:spcPts val="0"/>
              </a:spcAft>
              <a:buSzPts val="2117"/>
              <a:buNone/>
              <a:defRPr b="0" sz="2646"/>
            </a:lvl1pPr>
            <a:lvl2pPr indent="-228600" lvl="1" marL="914400" algn="l">
              <a:spcBef>
                <a:spcPts val="1100"/>
              </a:spcBef>
              <a:spcAft>
                <a:spcPts val="0"/>
              </a:spcAft>
              <a:buSzPts val="1764"/>
              <a:buNone/>
              <a:defRPr b="1" sz="2205"/>
            </a:lvl2pPr>
            <a:lvl3pPr indent="-228600" lvl="2" marL="1371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b="1" sz="1984"/>
            </a:lvl3pPr>
            <a:lvl4pPr indent="-228600" lvl="3" marL="1828800" algn="l">
              <a:spcBef>
                <a:spcPts val="1100"/>
              </a:spcBef>
              <a:spcAft>
                <a:spcPts val="0"/>
              </a:spcAft>
              <a:buSzPts val="1411"/>
              <a:buNone/>
              <a:defRPr b="1" sz="1764"/>
            </a:lvl4pPr>
            <a:lvl5pPr indent="-228600" lvl="4" marL="2286000" algn="l">
              <a:spcBef>
                <a:spcPts val="1100"/>
              </a:spcBef>
              <a:spcAft>
                <a:spcPts val="0"/>
              </a:spcAft>
              <a:buSzPts val="1411"/>
              <a:buNone/>
              <a:defRPr b="1" sz="1764"/>
            </a:lvl5pPr>
            <a:lvl6pPr indent="-228600" lvl="5" marL="2743200" algn="l">
              <a:spcBef>
                <a:spcPts val="1102"/>
              </a:spcBef>
              <a:spcAft>
                <a:spcPts val="0"/>
              </a:spcAft>
              <a:buSzPts val="1411"/>
              <a:buNone/>
              <a:defRPr b="1" sz="1764"/>
            </a:lvl6pPr>
            <a:lvl7pPr indent="-228600" lvl="6" marL="3200400" algn="l">
              <a:spcBef>
                <a:spcPts val="1102"/>
              </a:spcBef>
              <a:spcAft>
                <a:spcPts val="0"/>
              </a:spcAft>
              <a:buSzPts val="1411"/>
              <a:buNone/>
              <a:defRPr b="1" sz="1764"/>
            </a:lvl7pPr>
            <a:lvl8pPr indent="-228600" lvl="7" marL="3657600" algn="l">
              <a:spcBef>
                <a:spcPts val="1102"/>
              </a:spcBef>
              <a:spcAft>
                <a:spcPts val="0"/>
              </a:spcAft>
              <a:buSzPts val="1411"/>
              <a:buNone/>
              <a:defRPr b="1" sz="1764"/>
            </a:lvl8pPr>
            <a:lvl9pPr indent="-228600" lvl="8" marL="4114800" algn="l">
              <a:spcBef>
                <a:spcPts val="1102"/>
              </a:spcBef>
              <a:spcAft>
                <a:spcPts val="0"/>
              </a:spcAft>
              <a:buSzPts val="1411"/>
              <a:buNone/>
              <a:defRPr b="1" sz="1764"/>
            </a:lvl9pPr>
          </a:lstStyle>
          <a:p/>
        </p:txBody>
      </p:sp>
      <p:sp>
        <p:nvSpPr>
          <p:cNvPr id="89" name="Google Shape;89;p12"/>
          <p:cNvSpPr txBox="1"/>
          <p:nvPr>
            <p:ph idx="2" type="body"/>
          </p:nvPr>
        </p:nvSpPr>
        <p:spPr>
          <a:xfrm>
            <a:off x="672041" y="3017307"/>
            <a:ext cx="3407251" cy="36421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3" type="body"/>
          </p:nvPr>
        </p:nvSpPr>
        <p:spPr>
          <a:xfrm>
            <a:off x="4262702" y="2382084"/>
            <a:ext cx="3407251" cy="6352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100"/>
              </a:spcBef>
              <a:spcAft>
                <a:spcPts val="0"/>
              </a:spcAft>
              <a:buSzPts val="2117"/>
              <a:buNone/>
              <a:defRPr b="0" sz="2646"/>
            </a:lvl1pPr>
            <a:lvl2pPr indent="-228600" lvl="1" marL="914400" algn="l">
              <a:spcBef>
                <a:spcPts val="1100"/>
              </a:spcBef>
              <a:spcAft>
                <a:spcPts val="0"/>
              </a:spcAft>
              <a:buSzPts val="1764"/>
              <a:buNone/>
              <a:defRPr b="1" sz="2205"/>
            </a:lvl2pPr>
            <a:lvl3pPr indent="-228600" lvl="2" marL="1371600" algn="l">
              <a:spcBef>
                <a:spcPts val="1100"/>
              </a:spcBef>
              <a:spcAft>
                <a:spcPts val="0"/>
              </a:spcAft>
              <a:buSzPts val="1587"/>
              <a:buNone/>
              <a:defRPr b="1" sz="1984"/>
            </a:lvl3pPr>
            <a:lvl4pPr indent="-228600" lvl="3" marL="1828800" algn="l">
              <a:spcBef>
                <a:spcPts val="1100"/>
              </a:spcBef>
              <a:spcAft>
                <a:spcPts val="0"/>
              </a:spcAft>
              <a:buSzPts val="1411"/>
              <a:buNone/>
              <a:defRPr b="1" sz="1764"/>
            </a:lvl4pPr>
            <a:lvl5pPr indent="-228600" lvl="4" marL="2286000" algn="l">
              <a:spcBef>
                <a:spcPts val="1100"/>
              </a:spcBef>
              <a:spcAft>
                <a:spcPts val="0"/>
              </a:spcAft>
              <a:buSzPts val="1411"/>
              <a:buNone/>
              <a:defRPr b="1" sz="1764"/>
            </a:lvl5pPr>
            <a:lvl6pPr indent="-228600" lvl="5" marL="2743200" algn="l">
              <a:spcBef>
                <a:spcPts val="1102"/>
              </a:spcBef>
              <a:spcAft>
                <a:spcPts val="0"/>
              </a:spcAft>
              <a:buSzPts val="1411"/>
              <a:buNone/>
              <a:defRPr b="1" sz="1764"/>
            </a:lvl6pPr>
            <a:lvl7pPr indent="-228600" lvl="6" marL="3200400" algn="l">
              <a:spcBef>
                <a:spcPts val="1102"/>
              </a:spcBef>
              <a:spcAft>
                <a:spcPts val="0"/>
              </a:spcAft>
              <a:buSzPts val="1411"/>
              <a:buNone/>
              <a:defRPr b="1" sz="1764"/>
            </a:lvl7pPr>
            <a:lvl8pPr indent="-228600" lvl="7" marL="3657600" algn="l">
              <a:spcBef>
                <a:spcPts val="1102"/>
              </a:spcBef>
              <a:spcAft>
                <a:spcPts val="0"/>
              </a:spcAft>
              <a:buSzPts val="1411"/>
              <a:buNone/>
              <a:defRPr b="1" sz="1764"/>
            </a:lvl8pPr>
            <a:lvl9pPr indent="-228600" lvl="8" marL="4114800" algn="l">
              <a:spcBef>
                <a:spcPts val="1102"/>
              </a:spcBef>
              <a:spcAft>
                <a:spcPts val="0"/>
              </a:spcAft>
              <a:buSzPts val="1411"/>
              <a:buNone/>
              <a:defRPr b="1" sz="1764"/>
            </a:lvl9pPr>
          </a:lstStyle>
          <a:p/>
        </p:txBody>
      </p:sp>
      <p:sp>
        <p:nvSpPr>
          <p:cNvPr id="91" name="Google Shape;91;p12"/>
          <p:cNvSpPr txBox="1"/>
          <p:nvPr>
            <p:ph idx="4" type="body"/>
          </p:nvPr>
        </p:nvSpPr>
        <p:spPr>
          <a:xfrm>
            <a:off x="4262702" y="3017307"/>
            <a:ext cx="3407251" cy="36421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/>
          <p:nvPr>
            <p:ph type="title"/>
          </p:nvPr>
        </p:nvSpPr>
        <p:spPr>
          <a:xfrm>
            <a:off x="672042" y="671971"/>
            <a:ext cx="6997914" cy="1455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1" type="body"/>
          </p:nvPr>
        </p:nvSpPr>
        <p:spPr>
          <a:xfrm>
            <a:off x="672042" y="2381649"/>
            <a:ext cx="3404426" cy="4277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9387" lvl="0" marL="457200" algn="l">
              <a:spcBef>
                <a:spcPts val="1100"/>
              </a:spcBef>
              <a:spcAft>
                <a:spcPts val="0"/>
              </a:spcAft>
              <a:buSzPts val="1587"/>
              <a:buChar char="►"/>
              <a:defRPr sz="1984"/>
            </a:lvl1pPr>
            <a:lvl2pPr indent="-318211" lvl="1" marL="914400" algn="l">
              <a:spcBef>
                <a:spcPts val="1100"/>
              </a:spcBef>
              <a:spcAft>
                <a:spcPts val="0"/>
              </a:spcAft>
              <a:buSzPts val="1411"/>
              <a:buChar char="►"/>
              <a:defRPr sz="1764"/>
            </a:lvl2pPr>
            <a:lvl3pPr indent="-306984" lvl="2" marL="1371600" algn="l">
              <a:spcBef>
                <a:spcPts val="1100"/>
              </a:spcBef>
              <a:spcAft>
                <a:spcPts val="0"/>
              </a:spcAft>
              <a:buSzPts val="1234"/>
              <a:buChar char="►"/>
              <a:defRPr sz="1543"/>
            </a:lvl3pPr>
            <a:lvl4pPr indent="-295808" lvl="3" marL="1828800" algn="l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4pPr>
            <a:lvl5pPr indent="-295808" lvl="4" marL="2286000" algn="l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5pPr>
            <a:lvl6pPr indent="-295808" lvl="5" marL="2743200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6pPr>
            <a:lvl7pPr indent="-295808" lvl="6" marL="3200400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7pPr>
            <a:lvl8pPr indent="-295808" lvl="7" marL="3657600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8pPr>
            <a:lvl9pPr indent="-295808" lvl="8" marL="4114800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9pPr>
          </a:lstStyle>
          <a:p/>
        </p:txBody>
      </p:sp>
      <p:sp>
        <p:nvSpPr>
          <p:cNvPr id="98" name="Google Shape;98;p13"/>
          <p:cNvSpPr txBox="1"/>
          <p:nvPr>
            <p:ph idx="2" type="body"/>
          </p:nvPr>
        </p:nvSpPr>
        <p:spPr>
          <a:xfrm>
            <a:off x="4265529" y="2381651"/>
            <a:ext cx="3404427" cy="4277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9387" lvl="0" marL="457200" algn="l">
              <a:spcBef>
                <a:spcPts val="1100"/>
              </a:spcBef>
              <a:spcAft>
                <a:spcPts val="0"/>
              </a:spcAft>
              <a:buSzPts val="1587"/>
              <a:buChar char="►"/>
              <a:defRPr sz="1984"/>
            </a:lvl1pPr>
            <a:lvl2pPr indent="-318211" lvl="1" marL="914400" algn="l">
              <a:spcBef>
                <a:spcPts val="1100"/>
              </a:spcBef>
              <a:spcAft>
                <a:spcPts val="0"/>
              </a:spcAft>
              <a:buSzPts val="1411"/>
              <a:buChar char="►"/>
              <a:defRPr sz="1764"/>
            </a:lvl2pPr>
            <a:lvl3pPr indent="-306984" lvl="2" marL="1371600" algn="l">
              <a:spcBef>
                <a:spcPts val="1100"/>
              </a:spcBef>
              <a:spcAft>
                <a:spcPts val="0"/>
              </a:spcAft>
              <a:buSzPts val="1234"/>
              <a:buChar char="►"/>
              <a:defRPr sz="1543"/>
            </a:lvl3pPr>
            <a:lvl4pPr indent="-295808" lvl="3" marL="1828800" algn="l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4pPr>
            <a:lvl5pPr indent="-295808" lvl="4" marL="2286000" algn="l">
              <a:spcBef>
                <a:spcPts val="1100"/>
              </a:spcBef>
              <a:spcAft>
                <a:spcPts val="0"/>
              </a:spcAft>
              <a:buSzPts val="1058"/>
              <a:buChar char="►"/>
              <a:defRPr sz="1323"/>
            </a:lvl5pPr>
            <a:lvl6pPr indent="-295808" lvl="5" marL="2743200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6pPr>
            <a:lvl7pPr indent="-295808" lvl="6" marL="3200400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7pPr>
            <a:lvl8pPr indent="-295808" lvl="7" marL="3657600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8pPr>
            <a:lvl9pPr indent="-295808" lvl="8" marL="4114800" algn="l">
              <a:spcBef>
                <a:spcPts val="1102"/>
              </a:spcBef>
              <a:spcAft>
                <a:spcPts val="0"/>
              </a:spcAft>
              <a:buSzPts val="1058"/>
              <a:buChar char="►"/>
              <a:defRPr sz="1323"/>
            </a:lvl9pPr>
          </a:lstStyle>
          <a:p/>
        </p:txBody>
      </p:sp>
      <p:sp>
        <p:nvSpPr>
          <p:cNvPr id="99" name="Google Shape;99;p13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type="title"/>
          </p:nvPr>
        </p:nvSpPr>
        <p:spPr>
          <a:xfrm>
            <a:off x="672040" y="2977208"/>
            <a:ext cx="6997915" cy="201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4409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4"/>
          <p:cNvSpPr txBox="1"/>
          <p:nvPr>
            <p:ph idx="1" type="body"/>
          </p:nvPr>
        </p:nvSpPr>
        <p:spPr>
          <a:xfrm>
            <a:off x="672040" y="4990673"/>
            <a:ext cx="6997915" cy="948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100"/>
              </a:spcBef>
              <a:spcAft>
                <a:spcPts val="0"/>
              </a:spcAft>
              <a:buSzPts val="1764"/>
              <a:buNone/>
              <a:defRPr sz="2205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968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6"/>
          <p:cNvSpPr txBox="1"/>
          <p:nvPr>
            <p:ph idx="1" type="body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1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8" name="Google Shape;128;p16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6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6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/>
          <p:nvPr>
            <p:ph type="ctrTitle"/>
          </p:nvPr>
        </p:nvSpPr>
        <p:spPr>
          <a:xfrm>
            <a:off x="1246403" y="2650553"/>
            <a:ext cx="6423553" cy="18147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5952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subTitle"/>
          </p:nvPr>
        </p:nvSpPr>
        <p:spPr>
          <a:xfrm>
            <a:off x="1246403" y="4465295"/>
            <a:ext cx="6423553" cy="1209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1100"/>
              </a:spcBef>
              <a:spcAft>
                <a:spcPts val="0"/>
              </a:spcAft>
              <a:buSzPts val="152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100"/>
              </a:spcBef>
              <a:spcAft>
                <a:spcPts val="0"/>
              </a:spcAft>
              <a:buSzPts val="136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1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100"/>
              </a:spcBef>
              <a:spcAft>
                <a:spcPts val="0"/>
              </a:spcAft>
              <a:buSzPts val="104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100"/>
              </a:spcBef>
              <a:spcAft>
                <a:spcPts val="0"/>
              </a:spcAft>
              <a:buSzPts val="104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102"/>
              </a:spcBef>
              <a:spcAft>
                <a:spcPts val="0"/>
              </a:spcAft>
              <a:buSzPts val="1058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102"/>
              </a:spcBef>
              <a:spcAft>
                <a:spcPts val="0"/>
              </a:spcAft>
              <a:buSzPts val="1058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102"/>
              </a:spcBef>
              <a:spcAft>
                <a:spcPts val="0"/>
              </a:spcAft>
              <a:buSzPts val="1058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102"/>
              </a:spcBef>
              <a:spcAft>
                <a:spcPts val="0"/>
              </a:spcAft>
              <a:buSzPts val="1058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8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854257" y="671971"/>
            <a:ext cx="6694159" cy="3331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485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0"/>
          <p:cNvSpPr txBox="1"/>
          <p:nvPr>
            <p:ph idx="1" type="body"/>
          </p:nvPr>
        </p:nvSpPr>
        <p:spPr>
          <a:xfrm>
            <a:off x="1213857" y="4003828"/>
            <a:ext cx="5974958" cy="4199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100"/>
              </a:spcBef>
              <a:spcAft>
                <a:spcPts val="0"/>
              </a:spcAft>
              <a:buSzPts val="1411"/>
              <a:buFont typeface="Trebuchet MS"/>
              <a:buNone/>
              <a:defRPr sz="1764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100"/>
              </a:spcBef>
              <a:spcAft>
                <a:spcPts val="0"/>
              </a:spcAft>
              <a:buSzPts val="1360"/>
              <a:buFont typeface="Trebuchet MS"/>
              <a:buNone/>
              <a:defRPr/>
            </a:lvl2pPr>
            <a:lvl3pPr indent="-228600" lvl="2" marL="1371600" algn="l">
              <a:spcBef>
                <a:spcPts val="1100"/>
              </a:spcBef>
              <a:spcAft>
                <a:spcPts val="0"/>
              </a:spcAft>
              <a:buSzPts val="1200"/>
              <a:buFont typeface="Trebuchet MS"/>
              <a:buNone/>
              <a:defRPr/>
            </a:lvl3pPr>
            <a:lvl4pPr indent="-228600" lvl="3" marL="1828800" algn="l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4pPr>
            <a:lvl5pPr indent="-228600" lvl="4" marL="2286000" algn="l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5pPr>
            <a:lvl6pPr indent="-320040" lvl="5" marL="27432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76" name="Google Shape;176;p20"/>
          <p:cNvSpPr txBox="1"/>
          <p:nvPr>
            <p:ph idx="2" type="body"/>
          </p:nvPr>
        </p:nvSpPr>
        <p:spPr>
          <a:xfrm>
            <a:off x="672040" y="4927788"/>
            <a:ext cx="6997915" cy="17316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7" name="Google Shape;177;p20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type="title"/>
          </p:nvPr>
        </p:nvSpPr>
        <p:spPr>
          <a:xfrm>
            <a:off x="854257" y="671971"/>
            <a:ext cx="6694159" cy="3331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sz="485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2"/>
          <p:cNvSpPr txBox="1"/>
          <p:nvPr>
            <p:ph idx="1" type="body"/>
          </p:nvPr>
        </p:nvSpPr>
        <p:spPr>
          <a:xfrm>
            <a:off x="672038" y="4423810"/>
            <a:ext cx="6997916" cy="5668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100"/>
              </a:spcBef>
              <a:spcAft>
                <a:spcPts val="0"/>
              </a:spcAft>
              <a:buSzPts val="2117"/>
              <a:buFont typeface="Trebuchet MS"/>
              <a:buNone/>
              <a:defRPr sz="2646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100"/>
              </a:spcBef>
              <a:spcAft>
                <a:spcPts val="0"/>
              </a:spcAft>
              <a:buSzPts val="1360"/>
              <a:buFont typeface="Trebuchet MS"/>
              <a:buNone/>
              <a:defRPr/>
            </a:lvl2pPr>
            <a:lvl3pPr indent="-228600" lvl="2" marL="1371600" algn="l">
              <a:spcBef>
                <a:spcPts val="1100"/>
              </a:spcBef>
              <a:spcAft>
                <a:spcPts val="0"/>
              </a:spcAft>
              <a:buSzPts val="1200"/>
              <a:buFont typeface="Trebuchet MS"/>
              <a:buNone/>
              <a:defRPr/>
            </a:lvl3pPr>
            <a:lvl4pPr indent="-228600" lvl="3" marL="1828800" algn="l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4pPr>
            <a:lvl5pPr indent="-228600" lvl="4" marL="2286000" algn="l">
              <a:spcBef>
                <a:spcPts val="1100"/>
              </a:spcBef>
              <a:spcAft>
                <a:spcPts val="0"/>
              </a:spcAft>
              <a:buSzPts val="1040"/>
              <a:buFont typeface="Trebuchet MS"/>
              <a:buNone/>
              <a:defRPr/>
            </a:lvl5pPr>
            <a:lvl6pPr indent="-320040" lvl="5" marL="27432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102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02" name="Google Shape;202;p22"/>
          <p:cNvSpPr txBox="1"/>
          <p:nvPr>
            <p:ph idx="2" type="body"/>
          </p:nvPr>
        </p:nvSpPr>
        <p:spPr>
          <a:xfrm>
            <a:off x="672040" y="4990673"/>
            <a:ext cx="6997915" cy="1668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100"/>
              </a:spcBef>
              <a:spcAft>
                <a:spcPts val="0"/>
              </a:spcAft>
              <a:buSzPts val="1587"/>
              <a:buNone/>
              <a:defRPr sz="1984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100"/>
              </a:spcBef>
              <a:spcAft>
                <a:spcPts val="0"/>
              </a:spcAft>
              <a:buSzPts val="1411"/>
              <a:buNone/>
              <a:defRPr sz="1764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100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102"/>
              </a:spcBef>
              <a:spcAft>
                <a:spcPts val="0"/>
              </a:spcAft>
              <a:buSzPts val="1234"/>
              <a:buNone/>
              <a:defRPr sz="154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3" name="Google Shape;203;p22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2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2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6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2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-9525" y="-9525"/>
            <a:ext cx="10110787" cy="7578725"/>
            <a:chOff x="-8467" y="-8468"/>
            <a:chExt cx="9171317" cy="6874935"/>
          </a:xfrm>
        </p:grpSpPr>
        <p:sp>
          <p:nvSpPr>
            <p:cNvPr id="11" name="Google Shape;11;p1"/>
            <p:cNvSpPr/>
            <p:nvPr/>
          </p:nvSpPr>
          <p:spPr>
            <a:xfrm>
              <a:off x="-8467" y="4013672"/>
              <a:ext cx="457918" cy="2852795"/>
            </a:xfrm>
            <a:custGeom>
              <a:rect b="b" l="l" r="r" t="t"/>
              <a:pathLst>
                <a:path extrusionOk="0" h="2853267" w="45720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2" name="Google Shape;12;p1"/>
            <p:cNvCxnSpPr/>
            <p:nvPr/>
          </p:nvCxnSpPr>
          <p:spPr>
            <a:xfrm flipH="1" rot="10800000">
              <a:off x="5130869" y="4174961"/>
              <a:ext cx="4021900" cy="2682866"/>
            </a:xfrm>
            <a:prstGeom prst="straightConnector1">
              <a:avLst/>
            </a:prstGeom>
            <a:noFill/>
            <a:ln cap="rnd" cmpd="sng" w="9525">
              <a:solidFill>
                <a:schemeClr val="accent1">
                  <a:alpha val="69803"/>
                </a:schemeClr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3" name="Google Shape;13;p1"/>
            <p:cNvCxnSpPr/>
            <p:nvPr/>
          </p:nvCxnSpPr>
          <p:spPr>
            <a:xfrm>
              <a:off x="7043180" y="172"/>
              <a:ext cx="1218234" cy="6857654"/>
            </a:xfrm>
            <a:prstGeom prst="straightConnector1">
              <a:avLst/>
            </a:prstGeom>
            <a:noFill/>
            <a:ln cap="rnd" cmpd="sng" w="9525">
              <a:solidFill>
                <a:schemeClr val="accent1">
                  <a:alpha val="69803"/>
                </a:schemeClr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4" name="Google Shape;14;p1"/>
            <p:cNvSpPr/>
            <p:nvPr/>
          </p:nvSpPr>
          <p:spPr>
            <a:xfrm>
              <a:off x="6891980" y="172"/>
              <a:ext cx="2269429" cy="6866295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7204459" y="-8468"/>
              <a:ext cx="1948310" cy="6866295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6638542" y="3920066"/>
              <a:ext cx="2512789" cy="2937760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7010060" y="-8468"/>
              <a:ext cx="2142710" cy="6866295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49803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8295974" y="-8468"/>
              <a:ext cx="856795" cy="6866295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8094375" y="-8468"/>
              <a:ext cx="1067034" cy="6866295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1568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8068455" y="4893559"/>
              <a:ext cx="1094395" cy="1964267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21" name="Google Shape;21;p1"/>
          <p:cNvSpPr txBox="1"/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1"/>
          <p:cNvSpPr txBox="1"/>
          <p:nvPr>
            <p:ph idx="1" type="body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120" lvl="0" marL="4572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►"/>
              <a:defRPr b="0" i="0" sz="19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14960" lvl="1" marL="9144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►"/>
              <a:defRPr b="0" i="0" sz="17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04800" lvl="2" marL="13716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  <a:defRPr b="0" i="0" sz="15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94640" lvl="3" marL="18288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b="0" i="0" sz="13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94640" lvl="4" marL="22860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b="0" i="0" sz="13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95808" lvl="5" marL="27432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95808" lvl="6" marL="32004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95808" lvl="7" marL="36576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95808" lvl="8" marL="41148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5"/>
          <p:cNvGrpSpPr/>
          <p:nvPr/>
        </p:nvGrpSpPr>
        <p:grpSpPr>
          <a:xfrm>
            <a:off x="-9525" y="-9525"/>
            <a:ext cx="10110787" cy="7578725"/>
            <a:chOff x="-8467" y="-8468"/>
            <a:chExt cx="9171317" cy="6874935"/>
          </a:xfrm>
        </p:grpSpPr>
        <p:sp>
          <p:nvSpPr>
            <p:cNvPr id="110" name="Google Shape;110;p15"/>
            <p:cNvSpPr/>
            <p:nvPr/>
          </p:nvSpPr>
          <p:spPr>
            <a:xfrm>
              <a:off x="-8467" y="4013672"/>
              <a:ext cx="457918" cy="2852795"/>
            </a:xfrm>
            <a:custGeom>
              <a:rect b="b" l="l" r="r" t="t"/>
              <a:pathLst>
                <a:path extrusionOk="0" h="2853267" w="45720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11" name="Google Shape;111;p15"/>
            <p:cNvCxnSpPr/>
            <p:nvPr/>
          </p:nvCxnSpPr>
          <p:spPr>
            <a:xfrm flipH="1" rot="10800000">
              <a:off x="5130869" y="4174961"/>
              <a:ext cx="4021900" cy="2682866"/>
            </a:xfrm>
            <a:prstGeom prst="straightConnector1">
              <a:avLst/>
            </a:prstGeom>
            <a:noFill/>
            <a:ln cap="rnd" cmpd="sng" w="9525">
              <a:solidFill>
                <a:schemeClr val="accent1">
                  <a:alpha val="69803"/>
                </a:schemeClr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12" name="Google Shape;112;p15"/>
            <p:cNvCxnSpPr/>
            <p:nvPr/>
          </p:nvCxnSpPr>
          <p:spPr>
            <a:xfrm>
              <a:off x="7043180" y="172"/>
              <a:ext cx="1218234" cy="6857654"/>
            </a:xfrm>
            <a:prstGeom prst="straightConnector1">
              <a:avLst/>
            </a:prstGeom>
            <a:noFill/>
            <a:ln cap="rnd" cmpd="sng" w="9525">
              <a:solidFill>
                <a:schemeClr val="accent1">
                  <a:alpha val="69803"/>
                </a:schemeClr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13" name="Google Shape;113;p15"/>
            <p:cNvSpPr/>
            <p:nvPr/>
          </p:nvSpPr>
          <p:spPr>
            <a:xfrm>
              <a:off x="6891980" y="172"/>
              <a:ext cx="2269429" cy="6866295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7204459" y="-8468"/>
              <a:ext cx="1948310" cy="6866295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6638542" y="3920066"/>
              <a:ext cx="2512789" cy="2937760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7010060" y="-8468"/>
              <a:ext cx="2142710" cy="6866295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49803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8295974" y="-8468"/>
              <a:ext cx="856795" cy="6866295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8094375" y="-8468"/>
              <a:ext cx="1067034" cy="6866295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1568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8068455" y="4893559"/>
              <a:ext cx="1094395" cy="1964267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20" name="Google Shape;120;p15"/>
          <p:cNvSpPr txBox="1"/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1" name="Google Shape;121;p15"/>
          <p:cNvSpPr txBox="1"/>
          <p:nvPr>
            <p:ph idx="1" type="body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120" lvl="0" marL="4572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►"/>
              <a:defRPr b="0" i="0" sz="19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14960" lvl="1" marL="9144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►"/>
              <a:defRPr b="0" i="0" sz="17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04800" lvl="2" marL="13716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  <a:defRPr b="0" i="0" sz="15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94640" lvl="3" marL="18288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b="0" i="0" sz="13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94640" lvl="4" marL="22860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b="0" i="0" sz="13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95808" lvl="5" marL="27432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95808" lvl="6" marL="32004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95808" lvl="7" marL="36576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95808" lvl="8" marL="41148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22" name="Google Shape;122;p15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23" name="Google Shape;123;p15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24" name="Google Shape;124;p15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7"/>
          <p:cNvGrpSpPr/>
          <p:nvPr/>
        </p:nvGrpSpPr>
        <p:grpSpPr>
          <a:xfrm>
            <a:off x="-9525" y="-9525"/>
            <a:ext cx="10110787" cy="7578725"/>
            <a:chOff x="-8466" y="-8468"/>
            <a:chExt cx="9171316" cy="6874935"/>
          </a:xfrm>
        </p:grpSpPr>
        <p:cxnSp>
          <p:nvCxnSpPr>
            <p:cNvPr id="133" name="Google Shape;133;p17"/>
            <p:cNvCxnSpPr/>
            <p:nvPr/>
          </p:nvCxnSpPr>
          <p:spPr>
            <a:xfrm flipH="1" rot="10800000">
              <a:off x="5130870" y="4174961"/>
              <a:ext cx="4021900" cy="2682866"/>
            </a:xfrm>
            <a:prstGeom prst="straightConnector1">
              <a:avLst/>
            </a:prstGeom>
            <a:noFill/>
            <a:ln cap="rnd" cmpd="sng" w="9525">
              <a:solidFill>
                <a:schemeClr val="accent1">
                  <a:alpha val="69803"/>
                </a:schemeClr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34" name="Google Shape;134;p17"/>
            <p:cNvCxnSpPr/>
            <p:nvPr/>
          </p:nvCxnSpPr>
          <p:spPr>
            <a:xfrm>
              <a:off x="7043180" y="172"/>
              <a:ext cx="1218234" cy="6857654"/>
            </a:xfrm>
            <a:prstGeom prst="straightConnector1">
              <a:avLst/>
            </a:prstGeom>
            <a:noFill/>
            <a:ln cap="rnd" cmpd="sng" w="9525">
              <a:solidFill>
                <a:schemeClr val="accent1">
                  <a:alpha val="69803"/>
                </a:schemeClr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35" name="Google Shape;135;p17"/>
            <p:cNvSpPr/>
            <p:nvPr/>
          </p:nvSpPr>
          <p:spPr>
            <a:xfrm>
              <a:off x="6891981" y="172"/>
              <a:ext cx="2269429" cy="6866295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7204459" y="-8468"/>
              <a:ext cx="1948310" cy="6866295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6638542" y="3920066"/>
              <a:ext cx="2512788" cy="2937760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7010060" y="-8468"/>
              <a:ext cx="2142710" cy="6866295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49803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8295974" y="-8468"/>
              <a:ext cx="856795" cy="6866295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8094375" y="-8468"/>
              <a:ext cx="1067034" cy="6866295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1568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1" name="Google Shape;141;p17"/>
            <p:cNvSpPr/>
            <p:nvPr/>
          </p:nvSpPr>
          <p:spPr>
            <a:xfrm>
              <a:off x="8068455" y="4893559"/>
              <a:ext cx="1094395" cy="1964267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2" name="Google Shape;142;p17"/>
            <p:cNvSpPr/>
            <p:nvPr/>
          </p:nvSpPr>
          <p:spPr>
            <a:xfrm>
              <a:off x="-8466" y="-8468"/>
              <a:ext cx="863996" cy="5698391"/>
            </a:xfrm>
            <a:custGeom>
              <a:rect b="b" l="l" r="r" t="t"/>
              <a:pathLst>
                <a:path extrusionOk="0" h="5698067" w="86360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43" name="Google Shape;143;p17"/>
          <p:cNvSpPr txBox="1"/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1" type="body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120" lvl="0" marL="4572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►"/>
              <a:defRPr b="0" i="0" sz="19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14960" lvl="1" marL="9144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►"/>
              <a:defRPr b="0" i="0" sz="17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04800" lvl="2" marL="13716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  <a:defRPr b="0" i="0" sz="15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94640" lvl="3" marL="18288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b="0" i="0" sz="13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94640" lvl="4" marL="22860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b="0" i="0" sz="13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95808" lvl="5" marL="27432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95808" lvl="6" marL="32004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95808" lvl="7" marL="36576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95808" lvl="8" marL="41148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45" name="Google Shape;145;p17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46" name="Google Shape;146;p17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47" name="Google Shape;147;p17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9"/>
          <p:cNvGrpSpPr/>
          <p:nvPr/>
        </p:nvGrpSpPr>
        <p:grpSpPr>
          <a:xfrm>
            <a:off x="-9525" y="-9525"/>
            <a:ext cx="10110787" cy="7578725"/>
            <a:chOff x="-8467" y="-8468"/>
            <a:chExt cx="9171317" cy="6874935"/>
          </a:xfrm>
        </p:grpSpPr>
        <p:sp>
          <p:nvSpPr>
            <p:cNvPr id="156" name="Google Shape;156;p19"/>
            <p:cNvSpPr/>
            <p:nvPr/>
          </p:nvSpPr>
          <p:spPr>
            <a:xfrm>
              <a:off x="-8467" y="4013672"/>
              <a:ext cx="457918" cy="2852795"/>
            </a:xfrm>
            <a:custGeom>
              <a:rect b="b" l="l" r="r" t="t"/>
              <a:pathLst>
                <a:path extrusionOk="0" h="2853267" w="45720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57" name="Google Shape;157;p19"/>
            <p:cNvCxnSpPr/>
            <p:nvPr/>
          </p:nvCxnSpPr>
          <p:spPr>
            <a:xfrm flipH="1" rot="10800000">
              <a:off x="5130869" y="4174961"/>
              <a:ext cx="4021900" cy="2682866"/>
            </a:xfrm>
            <a:prstGeom prst="straightConnector1">
              <a:avLst/>
            </a:prstGeom>
            <a:noFill/>
            <a:ln cap="rnd" cmpd="sng" w="9525">
              <a:solidFill>
                <a:schemeClr val="accent1">
                  <a:alpha val="69803"/>
                </a:schemeClr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58" name="Google Shape;158;p19"/>
            <p:cNvCxnSpPr/>
            <p:nvPr/>
          </p:nvCxnSpPr>
          <p:spPr>
            <a:xfrm>
              <a:off x="7043180" y="172"/>
              <a:ext cx="1218234" cy="6857654"/>
            </a:xfrm>
            <a:prstGeom prst="straightConnector1">
              <a:avLst/>
            </a:prstGeom>
            <a:noFill/>
            <a:ln cap="rnd" cmpd="sng" w="9525">
              <a:solidFill>
                <a:schemeClr val="accent1">
                  <a:alpha val="69803"/>
                </a:schemeClr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59" name="Google Shape;159;p19"/>
            <p:cNvSpPr/>
            <p:nvPr/>
          </p:nvSpPr>
          <p:spPr>
            <a:xfrm>
              <a:off x="6891980" y="172"/>
              <a:ext cx="2269429" cy="6866295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0" name="Google Shape;160;p19"/>
            <p:cNvSpPr/>
            <p:nvPr/>
          </p:nvSpPr>
          <p:spPr>
            <a:xfrm>
              <a:off x="7204459" y="-8468"/>
              <a:ext cx="1948310" cy="6866295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1" name="Google Shape;161;p19"/>
            <p:cNvSpPr/>
            <p:nvPr/>
          </p:nvSpPr>
          <p:spPr>
            <a:xfrm>
              <a:off x="6638542" y="3920066"/>
              <a:ext cx="2512789" cy="2937760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7010060" y="-8468"/>
              <a:ext cx="2142710" cy="6866295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49803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3" name="Google Shape;163;p19"/>
            <p:cNvSpPr/>
            <p:nvPr/>
          </p:nvSpPr>
          <p:spPr>
            <a:xfrm>
              <a:off x="8295974" y="-8468"/>
              <a:ext cx="856795" cy="6866295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4" name="Google Shape;164;p19"/>
            <p:cNvSpPr/>
            <p:nvPr/>
          </p:nvSpPr>
          <p:spPr>
            <a:xfrm>
              <a:off x="8094375" y="-8468"/>
              <a:ext cx="1067034" cy="6866295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1568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5" name="Google Shape;165;p19"/>
            <p:cNvSpPr/>
            <p:nvPr/>
          </p:nvSpPr>
          <p:spPr>
            <a:xfrm>
              <a:off x="8068455" y="4893559"/>
              <a:ext cx="1094395" cy="1964267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66" name="Google Shape;166;p19"/>
          <p:cNvSpPr txBox="1"/>
          <p:nvPr/>
        </p:nvSpPr>
        <p:spPr>
          <a:xfrm>
            <a:off x="531812" y="871537"/>
            <a:ext cx="504825" cy="64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E0F5"/>
              </a:buClr>
              <a:buSzPts val="8800"/>
              <a:buFont typeface="Arial"/>
              <a:buNone/>
            </a:pPr>
            <a:r>
              <a:rPr b="0" i="0" lang="en-US" sz="8800" u="none">
                <a:solidFill>
                  <a:srgbClr val="9FE0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7439025" y="3181350"/>
            <a:ext cx="503237" cy="64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E0F5"/>
              </a:buClr>
              <a:buSzPts val="8800"/>
              <a:buFont typeface="Arial"/>
              <a:buNone/>
            </a:pPr>
            <a:r>
              <a:rPr b="0" i="0" lang="en-US" sz="8800" u="none">
                <a:solidFill>
                  <a:srgbClr val="9FE0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68" name="Google Shape;168;p19"/>
          <p:cNvSpPr txBox="1"/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9" name="Google Shape;169;p19"/>
          <p:cNvSpPr txBox="1"/>
          <p:nvPr>
            <p:ph idx="1" type="body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120" lvl="0" marL="4572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►"/>
              <a:defRPr b="0" i="0" sz="19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14960" lvl="1" marL="9144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►"/>
              <a:defRPr b="0" i="0" sz="17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04800" lvl="2" marL="13716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  <a:defRPr b="0" i="0" sz="15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94640" lvl="3" marL="18288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b="0" i="0" sz="13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94640" lvl="4" marL="22860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b="0" i="0" sz="13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95808" lvl="5" marL="27432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95808" lvl="6" marL="32004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95808" lvl="7" marL="36576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95808" lvl="8" marL="41148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70" name="Google Shape;170;p19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71" name="Google Shape;171;p19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72" name="Google Shape;172;p19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21"/>
          <p:cNvGrpSpPr/>
          <p:nvPr/>
        </p:nvGrpSpPr>
        <p:grpSpPr>
          <a:xfrm>
            <a:off x="-9525" y="-9525"/>
            <a:ext cx="10110787" cy="7578725"/>
            <a:chOff x="-8467" y="-8468"/>
            <a:chExt cx="9171317" cy="6874935"/>
          </a:xfrm>
        </p:grpSpPr>
        <p:sp>
          <p:nvSpPr>
            <p:cNvPr id="182" name="Google Shape;182;p21"/>
            <p:cNvSpPr/>
            <p:nvPr/>
          </p:nvSpPr>
          <p:spPr>
            <a:xfrm>
              <a:off x="-8467" y="4013672"/>
              <a:ext cx="457918" cy="2852795"/>
            </a:xfrm>
            <a:custGeom>
              <a:rect b="b" l="l" r="r" t="t"/>
              <a:pathLst>
                <a:path extrusionOk="0" h="2853267" w="457200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cxnSp>
          <p:nvCxnSpPr>
            <p:cNvPr id="183" name="Google Shape;183;p21"/>
            <p:cNvCxnSpPr/>
            <p:nvPr/>
          </p:nvCxnSpPr>
          <p:spPr>
            <a:xfrm flipH="1" rot="10800000">
              <a:off x="5130869" y="4174961"/>
              <a:ext cx="4021900" cy="2682866"/>
            </a:xfrm>
            <a:prstGeom prst="straightConnector1">
              <a:avLst/>
            </a:prstGeom>
            <a:noFill/>
            <a:ln cap="rnd" cmpd="sng" w="9525">
              <a:solidFill>
                <a:schemeClr val="accent1">
                  <a:alpha val="69803"/>
                </a:schemeClr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4" name="Google Shape;184;p21"/>
            <p:cNvCxnSpPr/>
            <p:nvPr/>
          </p:nvCxnSpPr>
          <p:spPr>
            <a:xfrm>
              <a:off x="7043180" y="172"/>
              <a:ext cx="1218234" cy="6857654"/>
            </a:xfrm>
            <a:prstGeom prst="straightConnector1">
              <a:avLst/>
            </a:prstGeom>
            <a:noFill/>
            <a:ln cap="rnd" cmpd="sng" w="9525">
              <a:solidFill>
                <a:schemeClr val="accent1">
                  <a:alpha val="69803"/>
                </a:schemeClr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85" name="Google Shape;185;p21"/>
            <p:cNvSpPr/>
            <p:nvPr/>
          </p:nvSpPr>
          <p:spPr>
            <a:xfrm>
              <a:off x="6891980" y="172"/>
              <a:ext cx="2269429" cy="6866295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6" name="Google Shape;186;p21"/>
            <p:cNvSpPr/>
            <p:nvPr/>
          </p:nvSpPr>
          <p:spPr>
            <a:xfrm>
              <a:off x="7204459" y="-8468"/>
              <a:ext cx="1948310" cy="6866295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960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7" name="Google Shape;187;p21"/>
            <p:cNvSpPr/>
            <p:nvPr/>
          </p:nvSpPr>
          <p:spPr>
            <a:xfrm>
              <a:off x="6638542" y="3920066"/>
              <a:ext cx="2512789" cy="2937760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8" name="Google Shape;188;p21"/>
            <p:cNvSpPr/>
            <p:nvPr/>
          </p:nvSpPr>
          <p:spPr>
            <a:xfrm>
              <a:off x="7010060" y="-8468"/>
              <a:ext cx="2142710" cy="6866295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49803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9" name="Google Shape;189;p21"/>
            <p:cNvSpPr/>
            <p:nvPr/>
          </p:nvSpPr>
          <p:spPr>
            <a:xfrm>
              <a:off x="8295974" y="-8468"/>
              <a:ext cx="856795" cy="6866295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0" name="Google Shape;190;p21"/>
            <p:cNvSpPr/>
            <p:nvPr/>
          </p:nvSpPr>
          <p:spPr>
            <a:xfrm>
              <a:off x="8094375" y="-8468"/>
              <a:ext cx="1067034" cy="6866295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81568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1" name="Google Shape;191;p21"/>
            <p:cNvSpPr/>
            <p:nvPr/>
          </p:nvSpPr>
          <p:spPr>
            <a:xfrm>
              <a:off x="8068455" y="4893559"/>
              <a:ext cx="1094395" cy="1964267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rgbClr val="17B0E4">
                <a:alpha val="654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92" name="Google Shape;192;p21"/>
          <p:cNvSpPr txBox="1"/>
          <p:nvPr/>
        </p:nvSpPr>
        <p:spPr>
          <a:xfrm>
            <a:off x="531812" y="871537"/>
            <a:ext cx="504825" cy="64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E0F5"/>
              </a:buClr>
              <a:buSzPts val="8800"/>
              <a:buFont typeface="Arial"/>
              <a:buNone/>
            </a:pPr>
            <a:r>
              <a:rPr b="0" i="0" lang="en-US" sz="8800" u="none">
                <a:solidFill>
                  <a:srgbClr val="9FE0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7439025" y="3181350"/>
            <a:ext cx="503237" cy="64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E0F5"/>
              </a:buClr>
              <a:buSzPts val="8800"/>
              <a:buFont typeface="Arial"/>
              <a:buNone/>
            </a:pPr>
            <a:r>
              <a:rPr b="0" i="0" lang="en-US" sz="8800" u="none">
                <a:solidFill>
                  <a:srgbClr val="9FE0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94" name="Google Shape;194;p21"/>
          <p:cNvSpPr txBox="1"/>
          <p:nvPr>
            <p:ph type="title"/>
          </p:nvPr>
        </p:nvSpPr>
        <p:spPr>
          <a:xfrm>
            <a:off x="671512" y="671512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5" name="Google Shape;195;p21"/>
          <p:cNvSpPr txBox="1"/>
          <p:nvPr>
            <p:ph idx="1" type="body"/>
          </p:nvPr>
        </p:nvSpPr>
        <p:spPr>
          <a:xfrm>
            <a:off x="671512" y="2381250"/>
            <a:ext cx="6997700" cy="4278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120" lvl="0" marL="4572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Char char="►"/>
              <a:defRPr b="0" i="0" sz="19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14960" lvl="1" marL="9144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►"/>
              <a:defRPr b="0" i="0" sz="17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04800" lvl="2" marL="13716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►"/>
              <a:defRPr b="0" i="0" sz="15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94640" lvl="3" marL="18288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b="0" i="0" sz="13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94640" lvl="4" marL="2286000" marR="0" rtl="0" algn="l"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Char char="►"/>
              <a:defRPr b="0" i="0" sz="13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95808" lvl="5" marL="27432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95808" lvl="6" marL="32004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95808" lvl="7" marL="36576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95808" lvl="8" marL="4114800" marR="0" rtl="0" algn="l">
              <a:spcBef>
                <a:spcPts val="1102"/>
              </a:spcBef>
              <a:spcAft>
                <a:spcPts val="0"/>
              </a:spcAft>
              <a:buClr>
                <a:schemeClr val="accent1"/>
              </a:buClr>
              <a:buSzPts val="1058"/>
              <a:buFont typeface="Noto Sans Symbols"/>
              <a:buChar char="►"/>
              <a:defRPr b="0" i="0" sz="1323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6" name="Google Shape;196;p21"/>
          <p:cNvSpPr txBox="1"/>
          <p:nvPr>
            <p:ph idx="10" type="dt"/>
          </p:nvPr>
        </p:nvSpPr>
        <p:spPr>
          <a:xfrm>
            <a:off x="5959475" y="6659562"/>
            <a:ext cx="7540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rgbClr val="89898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7" name="Google Shape;197;p21"/>
          <p:cNvSpPr txBox="1"/>
          <p:nvPr>
            <p:ph idx="11" type="ftr"/>
          </p:nvPr>
        </p:nvSpPr>
        <p:spPr>
          <a:xfrm>
            <a:off x="671512" y="6659562"/>
            <a:ext cx="50974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8" name="Google Shape;198;p21"/>
          <p:cNvSpPr txBox="1"/>
          <p:nvPr>
            <p:ph idx="12" type="sldNum"/>
          </p:nvPr>
        </p:nvSpPr>
        <p:spPr>
          <a:xfrm>
            <a:off x="7104062" y="6659562"/>
            <a:ext cx="565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Trebuchet MS"/>
              <a:buNone/>
              <a:defRPr b="0" i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artifex.com/blog/text-extraction-strategies-with-pymupdf" TargetMode="External"/><Relationship Id="rId4" Type="http://schemas.openxmlformats.org/officeDocument/2006/relationships/hyperlink" Target="https://pymupdf.readthedocs.io/en/latest/" TargetMode="External"/><Relationship Id="rId5" Type="http://schemas.openxmlformats.org/officeDocument/2006/relationships/hyperlink" Target="https://martinthoma.medium.com/the-python-pdf-ecosystem-in-2024-2cad87732e49" TargetMode="External"/><Relationship Id="rId6" Type="http://schemas.openxmlformats.org/officeDocument/2006/relationships/hyperlink" Target="https://pymupdf.readthedocs.io/en/latest/tutorial.html" TargetMode="External"/><Relationship Id="rId7" Type="http://schemas.openxmlformats.org/officeDocument/2006/relationships/hyperlink" Target="https://docs.djangoproject.com/en/5.2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/>
          <p:nvPr/>
        </p:nvSpPr>
        <p:spPr>
          <a:xfrm>
            <a:off x="503238" y="1768475"/>
            <a:ext cx="9070975" cy="5467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1675">
            <a:noAutofit/>
          </a:bodyPr>
          <a:lstStyle/>
          <a:p>
            <a:pPr indent="0" lvl="0" marL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NetSecure ML – Intelligent Intrusion Detection 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System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5" marL="25146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24207001 – Ashokkumar Bhati</a:t>
            </a:r>
            <a:endParaRPr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5" marL="25146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24207010 – Aayush Balip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5" marL="25146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24207014 – Sameer Saiyed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5" marL="25146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24207020 – Keval Shah</a:t>
            </a:r>
            <a:endParaRPr b="1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t/>
            </a:r>
            <a:endParaRPr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t/>
            </a:r>
            <a:endParaRPr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Guide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Ms./Mr.  </a:t>
            </a: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Rajshree Chaudhari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2" name="Google Shape;212;p23"/>
          <p:cNvCxnSpPr/>
          <p:nvPr/>
        </p:nvCxnSpPr>
        <p:spPr>
          <a:xfrm>
            <a:off x="0" y="1743075"/>
            <a:ext cx="10080625" cy="0"/>
          </a:xfrm>
          <a:prstGeom prst="straightConnector1">
            <a:avLst/>
          </a:prstGeom>
          <a:noFill/>
          <a:ln cap="rnd" cmpd="sng" w="254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  <a:effectLst>
            <a:outerShdw blurRad="63500" dir="5400000" dist="25400">
              <a:srgbClr val="000000">
                <a:alpha val="34901"/>
              </a:srgbClr>
            </a:outerShdw>
          </a:effectLst>
        </p:spPr>
      </p:cxnSp>
      <p:pic>
        <p:nvPicPr>
          <p:cNvPr id="213" name="Google Shape;2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9500" y="146050"/>
            <a:ext cx="7686675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"/>
          <p:cNvSpPr txBox="1"/>
          <p:nvPr/>
        </p:nvSpPr>
        <p:spPr>
          <a:xfrm>
            <a:off x="504825" y="144462"/>
            <a:ext cx="9070975" cy="1057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167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/>
          </a:p>
        </p:txBody>
      </p:sp>
      <p:sp>
        <p:nvSpPr>
          <p:cNvPr id="220" name="Google Shape;220;p24"/>
          <p:cNvSpPr txBox="1"/>
          <p:nvPr/>
        </p:nvSpPr>
        <p:spPr>
          <a:xfrm>
            <a:off x="504825" y="1236662"/>
            <a:ext cx="9323387" cy="5578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225">
            <a:noAutofit/>
          </a:bodyPr>
          <a:lstStyle/>
          <a:p>
            <a:pPr indent="-322262" lvl="0" marL="430212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indent="-322262" lvl="0" marL="430212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 of the existing systems</a:t>
            </a:r>
            <a:endParaRPr/>
          </a:p>
          <a:p>
            <a:pPr indent="-322262" lvl="0" marL="430212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of the existing systems</a:t>
            </a:r>
            <a:endParaRPr/>
          </a:p>
          <a:p>
            <a:pPr indent="-322262" lvl="0" marL="430212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</a:t>
            </a:r>
            <a:endParaRPr/>
          </a:p>
          <a:p>
            <a:pPr indent="-322262" lvl="0" marL="430212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</a:t>
            </a:r>
            <a:endParaRPr/>
          </a:p>
          <a:p>
            <a:pPr indent="-322262" lvl="0" marL="430212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and methodologies</a:t>
            </a:r>
            <a:endParaRPr/>
          </a:p>
          <a:p>
            <a:pPr indent="-322262" lvl="0" marL="430212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/>
          </a:p>
          <a:p>
            <a:pPr indent="-322262" lvl="0" marL="430212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/>
          </a:p>
          <a:p>
            <a:pPr indent="-322262" lvl="0" marL="430212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 txBox="1"/>
          <p:nvPr/>
        </p:nvSpPr>
        <p:spPr>
          <a:xfrm>
            <a:off x="503237" y="280987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1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227" name="Google Shape;227;p25"/>
          <p:cNvSpPr txBox="1"/>
          <p:nvPr/>
        </p:nvSpPr>
        <p:spPr>
          <a:xfrm>
            <a:off x="429256" y="1617337"/>
            <a:ext cx="9252000" cy="55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NetSecure ML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an intelligent Network Intrusion Detection System (NIDS) designed to safeguard digital infrastructure from unauthorized access.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analyzes complex network traffic patterns to distinguish between legitimate user actions and potential cyber threats.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utilizing supervised machine learning algorithms, The system learns from historical data to predict future anomalies.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evaluates performance across multiple benchmark datasets, including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NSL-KDD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UNSW-NB15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to ensure high reliability in diverse network environments.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primary goal is to provide a scalable, automated security layer that enhances the resilience of modern computer networks.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 txBox="1"/>
          <p:nvPr>
            <p:ph idx="1" type="body"/>
          </p:nvPr>
        </p:nvSpPr>
        <p:spPr>
          <a:xfrm>
            <a:off x="431800" y="395274"/>
            <a:ext cx="8856600" cy="6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accent1"/>
              </a:buClr>
              <a:buSzPts val="400"/>
              <a:buFont typeface="Noto Sans Symbols"/>
              <a:buNone/>
            </a:pPr>
            <a:r>
              <a:t/>
            </a:r>
            <a:endParaRPr b="1" i="0" sz="500" u="none" cap="none" strike="noStrike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8305" lvl="0" marL="377825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increasing frequency and sophistication of network-based attacks necessitate smarter, more adaptive security solutions.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8305" lvl="0" marL="377825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Conventional signature-based systems often fail to detect novel "Zero-Day" attacks that do not match known patterns.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8305" lvl="0" marL="377825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network monitoring is no longer feasible for large-scale data traffic, driving the need for automated ML-driven response systems.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8305" lvl="0" marL="377825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aims to move from a reactive "patch-after-breach" mindset to a proactive system that identifies threats at the point of entry.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8305" lvl="0" marL="377825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Leveraging vast amounts of network metadata allows for the creation of models that evolve alongside emerging cyber threats.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77825" marR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/>
          <p:cNvSpPr txBox="1"/>
          <p:nvPr>
            <p:ph idx="1" type="body"/>
          </p:nvPr>
        </p:nvSpPr>
        <p:spPr>
          <a:xfrm>
            <a:off x="576262" y="539750"/>
            <a:ext cx="8616950" cy="5759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1.Detect malicious network activities using machine learning.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2.Classify network traffic as normal or intrusion.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3.Automate intrusion detection to reduce manual monitoring.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4.Improve network security by identifying attacks at an early stage.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5.Real time security using Wireshark.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77825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"/>
          <p:cNvSpPr txBox="1"/>
          <p:nvPr/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1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Literature Survey of the existing system</a:t>
            </a:r>
            <a:endParaRPr/>
          </a:p>
        </p:txBody>
      </p:sp>
      <p:graphicFrame>
        <p:nvGraphicFramePr>
          <p:cNvPr id="244" name="Google Shape;244;p28"/>
          <p:cNvGraphicFramePr/>
          <p:nvPr/>
        </p:nvGraphicFramePr>
        <p:xfrm>
          <a:off x="897750" y="156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{F0305EC9-36A4-49E9-92FB-F2DBB16281DD}</a:tableStyleId>
              </a:tblPr>
              <a:tblGrid>
                <a:gridCol w="1224750"/>
                <a:gridCol w="1406300"/>
                <a:gridCol w="1043200"/>
                <a:gridCol w="1224750"/>
                <a:gridCol w="1224750"/>
                <a:gridCol w="1224750"/>
              </a:tblGrid>
              <a:tr h="528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2"/>
                          </a:solidFill>
                        </a:rPr>
                        <a:t>Sr. No.</a:t>
                      </a:r>
                      <a:endParaRPr b="1" sz="1000">
                        <a:solidFill>
                          <a:schemeClr val="lt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2"/>
                          </a:solidFill>
                        </a:rPr>
                        <a:t>Paper Title / Author</a:t>
                      </a:r>
                      <a:endParaRPr b="1" sz="1000">
                        <a:solidFill>
                          <a:schemeClr val="lt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2"/>
                          </a:solidFill>
                        </a:rPr>
                        <a:t>Dataset Used</a:t>
                      </a:r>
                      <a:endParaRPr b="1" sz="1000">
                        <a:solidFill>
                          <a:schemeClr val="lt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2"/>
                          </a:solidFill>
                        </a:rPr>
                        <a:t>Year</a:t>
                      </a:r>
                      <a:endParaRPr b="1" sz="1000">
                        <a:solidFill>
                          <a:schemeClr val="lt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2"/>
                          </a:solidFill>
                        </a:rPr>
                        <a:t>Methodology</a:t>
                      </a:r>
                      <a:endParaRPr b="1" sz="1000">
                        <a:solidFill>
                          <a:schemeClr val="lt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2"/>
                          </a:solidFill>
                        </a:rPr>
                        <a:t>Key Outcome</a:t>
                      </a:r>
                      <a:endParaRPr b="1" sz="1000">
                        <a:solidFill>
                          <a:schemeClr val="lt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766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ML Based IDS / Solanki et al.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NSL-KDD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2022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Random Forest &amp; XGBoost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99.2% Accuracy on DoS attacks.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4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Deep Learning NIDS / Haider et al.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KDD Cup 99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2023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MLP Neural Networks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High detection of complex patterns.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6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Performance Analysis / Azad et al.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NSL-KDD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2024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SVM vs. Decision Trees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DT proved most efficient for speed.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4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Feature Selection / Verma et al.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NSL-KDD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2023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Recursive Feature Elim.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40% reduction in processing time.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4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Hybrid RF &amp; KNN / Zhang et al.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NSL-KDD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2022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Hybrid Ensemble Model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Reduced False Alarm Rate to &lt;2.5%.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/>
          <p:nvPr/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1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Limitations of existing systems </a:t>
            </a:r>
            <a:endParaRPr/>
          </a:p>
        </p:txBody>
      </p:sp>
      <p:sp>
        <p:nvSpPr>
          <p:cNvPr id="251" name="Google Shape;251;p29"/>
          <p:cNvSpPr txBox="1"/>
          <p:nvPr/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2" name="Google Shape;252;p29"/>
          <p:cNvSpPr txBox="1"/>
          <p:nvPr/>
        </p:nvSpPr>
        <p:spPr>
          <a:xfrm>
            <a:off x="360362" y="1397000"/>
            <a:ext cx="8783637" cy="586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Analysis: Current systems (manual, OCR, ERP) have major drawbacks.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Status: Still far from being a fully automated and flexible solution.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Observations: Need improvements in automation, accuracy, and structured export.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Technologies: Python (Regex, PyMuPDF) works well for structured PDFs.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Confidence: Project can address key issues and provide an efficient automated solution.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 txBox="1"/>
          <p:nvPr>
            <p:ph type="title"/>
          </p:nvPr>
        </p:nvSpPr>
        <p:spPr>
          <a:xfrm>
            <a:off x="287337" y="466725"/>
            <a:ext cx="6997700" cy="1455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Problem statement </a:t>
            </a:r>
            <a:endParaRPr/>
          </a:p>
        </p:txBody>
      </p:sp>
      <p:sp>
        <p:nvSpPr>
          <p:cNvPr id="258" name="Google Shape;258;p30"/>
          <p:cNvSpPr txBox="1"/>
          <p:nvPr>
            <p:ph idx="1" type="body"/>
          </p:nvPr>
        </p:nvSpPr>
        <p:spPr>
          <a:xfrm>
            <a:off x="468312" y="1331912"/>
            <a:ext cx="9144000" cy="524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8785" lvl="0" marL="37782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Monitoring Dependency: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Traditional Intrusion Detection Systems (IDS) rely heavily on manual oversight, leading to delayed response times and increased human error.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8785" lvl="0" marL="37782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Evolving Cyber Threats: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Existing rule-based security frameworks struggle to identify sophisticated, evolving "Zero-Day" attacks that do not match predefined signatures.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8785" lvl="0" marL="37782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Scalability Challenges: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Modern network environments generate massive volumes of high-velocity data, making manual analysis and traditional filtering methods inefficient and unscalable.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8785" lvl="0" marL="37782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Classification Need: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There is a critical requirement for an automated, machine learning-based approach to accurately classify network traffic as 'Normal' or 'Intrusion' in real-time.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8785" lvl="0" marL="37782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778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 txBox="1"/>
          <p:nvPr/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1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</a:t>
            </a:r>
            <a:endParaRPr/>
          </a:p>
        </p:txBody>
      </p:sp>
      <p:sp>
        <p:nvSpPr>
          <p:cNvPr id="265" name="Google Shape;265;p31"/>
          <p:cNvSpPr txBox="1"/>
          <p:nvPr/>
        </p:nvSpPr>
        <p:spPr>
          <a:xfrm>
            <a:off x="503237" y="1768475"/>
            <a:ext cx="9070975" cy="4989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6" name="Google Shape;266;p31"/>
          <p:cNvSpPr txBox="1"/>
          <p:nvPr/>
        </p:nvSpPr>
        <p:spPr>
          <a:xfrm>
            <a:off x="287337" y="1403350"/>
            <a:ext cx="9432900" cy="47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Acquisition: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Input includes historical benchmark datasets (NSL-KDD, UNSW-NB15) and live packets captured via Wireshark.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 Module: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Utilizes Python for data cleaning, handling missing values, and performing Label Encoding on categorical features.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Employs correlation heatmaps and regex-based parsing to identify and map the most significant network attributes.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Engine: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Implements Different algorithms to perform entropy-based splits for high-accuracy traffic classification.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Layer: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Generates structured performance reports including Confusion Matrices, Accuracy graphs, and real-time alerts.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 txBox="1"/>
          <p:nvPr/>
        </p:nvSpPr>
        <p:spPr>
          <a:xfrm>
            <a:off x="520700" y="33337"/>
            <a:ext cx="9071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1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and methodologies </a:t>
            </a:r>
            <a:endParaRPr/>
          </a:p>
        </p:txBody>
      </p:sp>
      <p:sp>
        <p:nvSpPr>
          <p:cNvPr id="273" name="Google Shape;273;p32"/>
          <p:cNvSpPr txBox="1"/>
          <p:nvPr/>
        </p:nvSpPr>
        <p:spPr>
          <a:xfrm>
            <a:off x="520700" y="1138900"/>
            <a:ext cx="7496700" cy="58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-US" sz="1545">
                <a:solidFill>
                  <a:schemeClr val="dk1"/>
                </a:solidFill>
              </a:rPr>
              <a:t>1. Core Technologies (Tech Stack)</a:t>
            </a:r>
            <a:endParaRPr b="1" sz="1545">
              <a:solidFill>
                <a:schemeClr val="dk1"/>
              </a:solidFill>
            </a:endParaRPr>
          </a:p>
          <a:p>
            <a:pPr indent="-326709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45"/>
              <a:buChar char="●"/>
            </a:pPr>
            <a:r>
              <a:rPr b="1" lang="en-US" sz="1545">
                <a:solidFill>
                  <a:schemeClr val="dk1"/>
                </a:solidFill>
              </a:rPr>
              <a:t>Programming Language:</a:t>
            </a:r>
            <a:r>
              <a:rPr lang="en-US" sz="1545">
                <a:solidFill>
                  <a:schemeClr val="dk1"/>
                </a:solidFill>
              </a:rPr>
              <a:t> Python 3.x</a:t>
            </a:r>
            <a:endParaRPr sz="1545">
              <a:solidFill>
                <a:schemeClr val="dk1"/>
              </a:solidFill>
            </a:endParaRPr>
          </a:p>
          <a:p>
            <a:pPr indent="-326709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45"/>
              <a:buChar char="●"/>
            </a:pPr>
            <a:r>
              <a:rPr b="1" lang="en-US" sz="1545">
                <a:solidFill>
                  <a:schemeClr val="dk1"/>
                </a:solidFill>
              </a:rPr>
              <a:t>Network Sniffing:</a:t>
            </a:r>
            <a:r>
              <a:rPr lang="en-US" sz="1545">
                <a:solidFill>
                  <a:schemeClr val="dk1"/>
                </a:solidFill>
              </a:rPr>
              <a:t> </a:t>
            </a:r>
            <a:r>
              <a:rPr b="1" lang="en-US" sz="1545">
                <a:solidFill>
                  <a:schemeClr val="dk1"/>
                </a:solidFill>
              </a:rPr>
              <a:t>Scapy</a:t>
            </a:r>
            <a:r>
              <a:rPr lang="en-US" sz="1545">
                <a:solidFill>
                  <a:schemeClr val="dk1"/>
                </a:solidFill>
              </a:rPr>
              <a:t> (Used for real-time packet capture and network traffic analysis).</a:t>
            </a:r>
            <a:endParaRPr sz="1545">
              <a:solidFill>
                <a:schemeClr val="dk1"/>
              </a:solidFill>
            </a:endParaRPr>
          </a:p>
          <a:p>
            <a:pPr indent="-326709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45"/>
              <a:buChar char="●"/>
            </a:pPr>
            <a:r>
              <a:rPr b="1" lang="en-US" sz="1545">
                <a:solidFill>
                  <a:schemeClr val="dk1"/>
                </a:solidFill>
              </a:rPr>
              <a:t>Data Processing:</a:t>
            </a:r>
            <a:r>
              <a:rPr lang="en-US" sz="1545">
                <a:solidFill>
                  <a:schemeClr val="dk1"/>
                </a:solidFill>
              </a:rPr>
              <a:t> </a:t>
            </a:r>
            <a:r>
              <a:rPr b="1" lang="en-US" sz="1545">
                <a:solidFill>
                  <a:schemeClr val="dk1"/>
                </a:solidFill>
              </a:rPr>
              <a:t>Pandas &amp; NumPy</a:t>
            </a:r>
            <a:r>
              <a:rPr lang="en-US" sz="1545">
                <a:solidFill>
                  <a:schemeClr val="dk1"/>
                </a:solidFill>
              </a:rPr>
              <a:t> (Used for data cleaning, feature scaling, and handling the NSL-KDD dataset).</a:t>
            </a:r>
            <a:endParaRPr sz="1545">
              <a:solidFill>
                <a:schemeClr val="dk1"/>
              </a:solidFill>
            </a:endParaRPr>
          </a:p>
          <a:p>
            <a:pPr indent="-326709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45"/>
              <a:buChar char="●"/>
            </a:pPr>
            <a:r>
              <a:rPr b="1" lang="en-US" sz="1545">
                <a:solidFill>
                  <a:schemeClr val="dk1"/>
                </a:solidFill>
              </a:rPr>
              <a:t>Machine Learning:</a:t>
            </a:r>
            <a:r>
              <a:rPr lang="en-US" sz="1545">
                <a:solidFill>
                  <a:schemeClr val="dk1"/>
                </a:solidFill>
              </a:rPr>
              <a:t> </a:t>
            </a:r>
            <a:r>
              <a:rPr b="1" lang="en-US" sz="1545">
                <a:solidFill>
                  <a:schemeClr val="dk1"/>
                </a:solidFill>
              </a:rPr>
              <a:t>Scikit-learn</a:t>
            </a:r>
            <a:r>
              <a:rPr lang="en-US" sz="1545">
                <a:solidFill>
                  <a:schemeClr val="dk1"/>
                </a:solidFill>
              </a:rPr>
              <a:t> (Used for implementing, training, and testing the classification models).</a:t>
            </a:r>
            <a:endParaRPr sz="1545">
              <a:solidFill>
                <a:schemeClr val="dk1"/>
              </a:solidFill>
            </a:endParaRPr>
          </a:p>
          <a:p>
            <a:pPr indent="-326709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45"/>
              <a:buChar char="●"/>
            </a:pPr>
            <a:r>
              <a:rPr b="1" lang="en-US" sz="1545">
                <a:solidFill>
                  <a:schemeClr val="dk1"/>
                </a:solidFill>
              </a:rPr>
              <a:t>Development Environment:</a:t>
            </a:r>
            <a:r>
              <a:rPr lang="en-US" sz="1545">
                <a:solidFill>
                  <a:schemeClr val="dk1"/>
                </a:solidFill>
              </a:rPr>
              <a:t> Jupyter Notebook / VS Code.</a:t>
            </a:r>
            <a:endParaRPr sz="154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-US" sz="1475">
                <a:solidFill>
                  <a:schemeClr val="dk1"/>
                </a:solidFill>
              </a:rPr>
              <a:t>2. Methodology (The Approach)</a:t>
            </a:r>
            <a:endParaRPr b="1" sz="1475">
              <a:solidFill>
                <a:schemeClr val="dk1"/>
              </a:solidFill>
            </a:endParaRPr>
          </a:p>
          <a:p>
            <a:pPr indent="-322264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75"/>
              <a:buChar char="●"/>
            </a:pPr>
            <a:r>
              <a:rPr b="1" lang="en-US" sz="1475">
                <a:solidFill>
                  <a:schemeClr val="dk1"/>
                </a:solidFill>
              </a:rPr>
              <a:t>Algorithm:</a:t>
            </a:r>
            <a:r>
              <a:rPr lang="en-US" sz="1475">
                <a:solidFill>
                  <a:schemeClr val="dk1"/>
                </a:solidFill>
              </a:rPr>
              <a:t> </a:t>
            </a:r>
            <a:r>
              <a:rPr b="1" lang="en-US" sz="1475">
                <a:solidFill>
                  <a:schemeClr val="dk1"/>
                </a:solidFill>
              </a:rPr>
              <a:t>Random Forest Classifier</a:t>
            </a:r>
            <a:endParaRPr b="1" sz="1475">
              <a:solidFill>
                <a:schemeClr val="dk1"/>
              </a:solidFill>
            </a:endParaRPr>
          </a:p>
          <a:p>
            <a:pPr indent="-322264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5"/>
              <a:buChar char="○"/>
            </a:pPr>
            <a:r>
              <a:rPr lang="en-US" sz="1475">
                <a:solidFill>
                  <a:schemeClr val="dk1"/>
                </a:solidFill>
              </a:rPr>
              <a:t>An ensemble learning method that uses multiple decision trees to provide higher accuracy and prevent overfitting.</a:t>
            </a:r>
            <a:endParaRPr sz="1475">
              <a:solidFill>
                <a:schemeClr val="dk1"/>
              </a:solidFill>
            </a:endParaRPr>
          </a:p>
          <a:p>
            <a:pPr indent="-322264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5"/>
              <a:buChar char="●"/>
            </a:pPr>
            <a:r>
              <a:rPr b="1" lang="en-US" sz="1475">
                <a:solidFill>
                  <a:schemeClr val="dk1"/>
                </a:solidFill>
              </a:rPr>
              <a:t>Traffic Classification:</a:t>
            </a:r>
            <a:r>
              <a:rPr lang="en-US" sz="1475">
                <a:solidFill>
                  <a:schemeClr val="dk1"/>
                </a:solidFill>
              </a:rPr>
              <a:t> * The system analyzes packet headers extracted via Scapy.</a:t>
            </a:r>
            <a:endParaRPr sz="1475">
              <a:solidFill>
                <a:schemeClr val="dk1"/>
              </a:solidFill>
            </a:endParaRPr>
          </a:p>
          <a:p>
            <a:pPr indent="-322264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5"/>
              <a:buChar char="○"/>
            </a:pPr>
            <a:r>
              <a:rPr lang="en-US" sz="1475">
                <a:solidFill>
                  <a:schemeClr val="dk1"/>
                </a:solidFill>
              </a:rPr>
              <a:t>Features are passed through the trained Random Forest model.</a:t>
            </a:r>
            <a:endParaRPr sz="1475">
              <a:solidFill>
                <a:schemeClr val="dk1"/>
              </a:solidFill>
            </a:endParaRPr>
          </a:p>
          <a:p>
            <a:pPr indent="-322264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5"/>
              <a:buChar char="●"/>
            </a:pPr>
            <a:r>
              <a:rPr b="1" lang="en-US" sz="1475">
                <a:solidFill>
                  <a:schemeClr val="dk1"/>
                </a:solidFill>
              </a:rPr>
              <a:t>Detection Strategy:</a:t>
            </a:r>
            <a:r>
              <a:rPr lang="en-US" sz="1475">
                <a:solidFill>
                  <a:schemeClr val="dk1"/>
                </a:solidFill>
              </a:rPr>
              <a:t> Supervised Learning (Binary Classification: Normal vs. Malicious).</a:t>
            </a:r>
            <a:endParaRPr sz="1475">
              <a:solidFill>
                <a:schemeClr val="dk1"/>
              </a:solidFill>
            </a:endParaRPr>
          </a:p>
          <a:p>
            <a:pPr indent="-322264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5"/>
              <a:buChar char="●"/>
            </a:pPr>
            <a:r>
              <a:rPr b="1" lang="en-US" sz="1475">
                <a:solidFill>
                  <a:schemeClr val="dk1"/>
                </a:solidFill>
              </a:rPr>
              <a:t>Performance Evaluation:</a:t>
            </a:r>
            <a:r>
              <a:rPr lang="en-US" sz="1475">
                <a:solidFill>
                  <a:schemeClr val="dk1"/>
                </a:solidFill>
              </a:rPr>
              <a:t> Measured using Accuracy, Precision, Recall, and Confusion Matrix.</a:t>
            </a:r>
            <a:endParaRPr sz="14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2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8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87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3"/>
          <p:cNvSpPr txBox="1"/>
          <p:nvPr/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1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</a:t>
            </a:r>
            <a:endParaRPr/>
          </a:p>
        </p:txBody>
      </p:sp>
      <p:sp>
        <p:nvSpPr>
          <p:cNvPr id="280" name="Google Shape;280;p33"/>
          <p:cNvSpPr txBox="1"/>
          <p:nvPr/>
        </p:nvSpPr>
        <p:spPr>
          <a:xfrm>
            <a:off x="503237" y="1563687"/>
            <a:ext cx="9070975" cy="5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81" name="Google Shape;28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825" y="1310200"/>
            <a:ext cx="5898400" cy="292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3"/>
          <p:cNvPicPr preferRelativeResize="0"/>
          <p:nvPr/>
        </p:nvPicPr>
        <p:blipFill rotWithShape="1">
          <a:blip r:embed="rId4">
            <a:alphaModFix/>
          </a:blip>
          <a:srcRect b="5805" l="0" r="0" t="11386"/>
          <a:stretch/>
        </p:blipFill>
        <p:spPr>
          <a:xfrm>
            <a:off x="3648300" y="4237025"/>
            <a:ext cx="5752100" cy="3096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"/>
          <p:cNvSpPr txBox="1"/>
          <p:nvPr/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1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/>
          </a:p>
        </p:txBody>
      </p:sp>
      <p:sp>
        <p:nvSpPr>
          <p:cNvPr id="289" name="Google Shape;289;p34"/>
          <p:cNvSpPr txBox="1"/>
          <p:nvPr/>
        </p:nvSpPr>
        <p:spPr>
          <a:xfrm>
            <a:off x="503237" y="1563687"/>
            <a:ext cx="9070975" cy="5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0" name="Google Shape;290;p34"/>
          <p:cNvSpPr txBox="1"/>
          <p:nvPr/>
        </p:nvSpPr>
        <p:spPr>
          <a:xfrm>
            <a:off x="539750" y="1484312"/>
            <a:ext cx="8677275" cy="5608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NetSecure ML system successfully demonstrates high precision in identifying intrusions compared to traditional methods.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automating the detection pipeline, the project significantly reduces the workload on network administrators.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 shows robust performance and adaptability when tested against both NSL-KDD and UNSW-NB15 datasets.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modular design allows for the integration of more complex models like Random Forests or SVMs for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security standards.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NetSecure ML provides a scalable, intelligent, and proactive solution to modern cybersecurity challenges.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 txBox="1"/>
          <p:nvPr/>
        </p:nvSpPr>
        <p:spPr>
          <a:xfrm>
            <a:off x="503237" y="3016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16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297" name="Google Shape;297;p35"/>
          <p:cNvSpPr txBox="1"/>
          <p:nvPr/>
        </p:nvSpPr>
        <p:spPr>
          <a:xfrm>
            <a:off x="503237" y="1563687"/>
            <a:ext cx="9070975" cy="5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8" name="Google Shape;298;p35"/>
          <p:cNvSpPr txBox="1"/>
          <p:nvPr/>
        </p:nvSpPr>
        <p:spPr>
          <a:xfrm>
            <a:off x="539750" y="1484312"/>
            <a:ext cx="9070975" cy="5608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Jamie Lemon, Text Extraction Strategies with PyMuPDF, Artifex Software Blog, Vol. n/a, 2025. </a:t>
            </a:r>
            <a:r>
              <a:rPr b="0" i="0" lang="en-US" sz="24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3"/>
              </a:rPr>
              <a:t>https://artifex.com/blog/text-extraction-strategies-with-pymupdf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rebuchet MS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PyMuPDF Documentation, Official Guide to PyMuPDF (fitz) Library, Artifex Software, 2025: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4"/>
              </a:rPr>
              <a:t>https://pymupdf.readthedocs.io/en/latest/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Martin Thoma, The Python PDF Ecosystem in 2024, Medium, Vol. n/a, 2024. </a:t>
            </a:r>
            <a:r>
              <a:rPr b="0" i="0" lang="en-US" sz="24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5"/>
              </a:rPr>
              <a:t>https://martinthoma.medium.com/the-python-pdf-ecosystem-in-2024-2cad87732e49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0404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PyMuPDF Documentation, </a:t>
            </a:r>
            <a:r>
              <a:rPr b="0" i="1" lang="en-US" sz="2400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PyMuPDF — Tutorial &amp; API</a:t>
            </a:r>
            <a:r>
              <a:rPr b="0" i="0" lang="en-US" sz="2400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2025.    </a:t>
            </a:r>
            <a:r>
              <a:rPr b="0" i="0" lang="en-US" sz="24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6"/>
              </a:rPr>
              <a:t>https://pymupdf.readthedocs.io/en/latest/tutorial.html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Django Software Foundation, Django Documentation: URL Dispatcher, djangoproject.com, 2025.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2400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7"/>
              </a:rPr>
              <a:t>https://docs.djangoproject.com/en/5.2/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 Open Source, React Official Documentation, React.dev, 2025. Link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6"/>
          <p:cNvSpPr txBox="1"/>
          <p:nvPr/>
        </p:nvSpPr>
        <p:spPr>
          <a:xfrm>
            <a:off x="647700" y="3057525"/>
            <a:ext cx="9070975" cy="1262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167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You...!!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3_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cet">
  <a:themeElements>
    <a:clrScheme name="defaul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FFFFFF"/>
      </a:accent3>
      <a:accent4>
        <a:srgbClr val="5FCBEF"/>
      </a:accent4>
      <a:accent5>
        <a:srgbClr val="2E83C3"/>
      </a:accent5>
      <a:accent6>
        <a:srgbClr val="FFFFFF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_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