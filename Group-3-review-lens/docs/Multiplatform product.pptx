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842D7F-7CB9-4D32-947C-21FC11465D73}">
  <a:tblStyle styleId="{BB842D7F-7CB9-4D32-947C-21FC11465D7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22" Type="http://schemas.openxmlformats.org/officeDocument/2006/relationships/slide" Target="slides/slide15.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5650" y="5078412"/>
            <a:ext cx="6046787" cy="4810125"/>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6" name="Google Shape;6;n"/>
          <p:cNvSpPr txBox="1"/>
          <p:nvPr>
            <p:ph idx="10" type="dt"/>
          </p:nvPr>
        </p:nvSpPr>
        <p:spPr>
          <a:xfrm>
            <a:off x="4278312" y="0"/>
            <a:ext cx="3279775" cy="5334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7" name="Google Shape;7;n"/>
          <p:cNvSpPr txBox="1"/>
          <p:nvPr>
            <p:ph idx="11" type="ftr"/>
          </p:nvPr>
        </p:nvSpPr>
        <p:spPr>
          <a:xfrm>
            <a:off x="0" y="10156825"/>
            <a:ext cx="3279775" cy="5334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rgbClr val="000000"/>
                </a:solidFill>
                <a:latin typeface="Trebuchet MS"/>
                <a:ea typeface="Trebuchet MS"/>
                <a:cs typeface="Trebuchet MS"/>
                <a:sym typeface="Trebuchet MS"/>
              </a:defRPr>
            </a:lvl9pPr>
          </a:lstStyle>
          <a:p/>
        </p:txBody>
      </p:sp>
      <p:sp>
        <p:nvSpPr>
          <p:cNvPr id="8" name="Google Shape;8;n"/>
          <p:cNvSpPr txBox="1"/>
          <p:nvPr>
            <p:ph idx="12" type="sldNum"/>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rebuchet MS"/>
              <a:buNone/>
            </a:pPr>
            <a:fld id="{00000000-1234-1234-1234-123412341234}" type="slidenum">
              <a:rPr b="0" i="0" lang="en-US" sz="1400" u="none">
                <a:solidFill>
                  <a:srgbClr val="000000"/>
                </a:solidFill>
                <a:latin typeface="Trebuchet MS"/>
                <a:ea typeface="Trebuchet MS"/>
                <a:cs typeface="Trebuchet MS"/>
                <a:sym typeface="Trebuchet MS"/>
              </a:rPr>
              <a:t>‹#›</a:t>
            </a:fld>
            <a:endParaRPr/>
          </a:p>
        </p:txBody>
      </p:sp>
      <p:sp>
        <p:nvSpPr>
          <p:cNvPr id="133" name="Google Shape;133;p1: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34" name="Google Shape;134;p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42" name="Google Shape;142;p2: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43" name="Google Shape;143;p2: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9" name="Google Shape;149;p3: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55" name="Google Shape;155;p4: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56" name="Google Shape;156;p4: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62" name="Google Shape;162;p5: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63" name="Google Shape;163;p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70" name="Google Shape;170;p6: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71" name="Google Shape;171;p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78" name="Google Shape;178;p7: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79" name="Google Shape;179;p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6" name="Google Shape;186;p8: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192" name="Google Shape;192;p9: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193" name="Google Shape;193;p9: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01" name="Google Shape;201;p10: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02" name="Google Shape;202;p10: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1: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09" name="Google Shape;209;p11: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10" name="Google Shape;210;p11: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755650" y="5078412"/>
            <a:ext cx="6046787" cy="4810125"/>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215900" y="812800"/>
            <a:ext cx="7126287" cy="4006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5: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24" name="Google Shape;224;p15: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25" name="Google Shape;225;p15: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6: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rgbClr val="000000"/>
              </a:buClr>
              <a:buSzPts val="1400"/>
              <a:buFont typeface="Trebuchet MS"/>
              <a:buNone/>
            </a:pPr>
            <a:fld id="{00000000-1234-1234-1234-123412341234}" type="slidenum">
              <a:rPr b="0" i="0" lang="en-US" sz="1400" u="none">
                <a:solidFill>
                  <a:srgbClr val="000000"/>
                </a:solidFill>
                <a:latin typeface="Trebuchet MS"/>
                <a:ea typeface="Trebuchet MS"/>
                <a:cs typeface="Trebuchet MS"/>
                <a:sym typeface="Trebuchet MS"/>
              </a:rPr>
              <a:t>‹#›</a:t>
            </a:fld>
            <a:endParaRPr/>
          </a:p>
        </p:txBody>
      </p:sp>
      <p:sp>
        <p:nvSpPr>
          <p:cNvPr id="231" name="Google Shape;231;p16: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32" name="Google Shape;232;p16: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7:notes"/>
          <p:cNvSpPr txBox="1"/>
          <p:nvPr/>
        </p:nvSpPr>
        <p:spPr>
          <a:xfrm>
            <a:off x="4278312" y="10156825"/>
            <a:ext cx="3279775" cy="533400"/>
          </a:xfrm>
          <a:prstGeom prst="rect">
            <a:avLst/>
          </a:prstGeom>
          <a:noFill/>
          <a:ln>
            <a:noFill/>
          </a:ln>
        </p:spPr>
        <p:txBody>
          <a:bodyPr anchorCtr="0" anchor="b" bIns="0" lIns="0" spcFirstLastPara="1" rIns="0" wrap="square" tIns="0">
            <a:noAutofit/>
          </a:bodyPr>
          <a:lstStyle/>
          <a:p>
            <a:pPr indent="0" lvl="0" marL="0" marR="0" rtl="0" algn="r">
              <a:lnSpc>
                <a:spcPct val="93000"/>
              </a:lnSpc>
              <a:spcBef>
                <a:spcPts val="0"/>
              </a:spcBef>
              <a:spcAft>
                <a:spcPts val="0"/>
              </a:spcAft>
              <a:buClr>
                <a:schemeClr val="dk1"/>
              </a:buClr>
              <a:buSzPts val="1400"/>
              <a:buFont typeface="Trebuchet MS"/>
              <a:buNone/>
            </a:pPr>
            <a:fld id="{00000000-1234-1234-1234-123412341234}" type="slidenum">
              <a:rPr b="0" i="0" lang="en-US" sz="1400" u="none">
                <a:solidFill>
                  <a:schemeClr val="dk1"/>
                </a:solidFill>
                <a:latin typeface="Trebuchet MS"/>
                <a:ea typeface="Trebuchet MS"/>
                <a:cs typeface="Trebuchet MS"/>
                <a:sym typeface="Trebuchet MS"/>
              </a:rPr>
              <a:t>‹#›</a:t>
            </a:fld>
            <a:endParaRPr/>
          </a:p>
        </p:txBody>
      </p:sp>
      <p:sp>
        <p:nvSpPr>
          <p:cNvPr id="239" name="Google Shape;239;p17:notes"/>
          <p:cNvSpPr/>
          <p:nvPr>
            <p:ph idx="2" type="sldImg"/>
          </p:nvPr>
        </p:nvSpPr>
        <p:spPr>
          <a:xfrm>
            <a:off x="1106487" y="812800"/>
            <a:ext cx="5346700" cy="40084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524288"/>
            <a:headEnd len="sm" w="sm" type="none"/>
            <a:tailEnd len="sm" w="sm" type="none"/>
          </a:ln>
        </p:spPr>
      </p:sp>
      <p:sp>
        <p:nvSpPr>
          <p:cNvPr id="240" name="Google Shape;240;p17:notes"/>
          <p:cNvSpPr txBox="1"/>
          <p:nvPr>
            <p:ph idx="1" type="body"/>
          </p:nvPr>
        </p:nvSpPr>
        <p:spPr>
          <a:xfrm>
            <a:off x="755650" y="5078412"/>
            <a:ext cx="6048375" cy="4811712"/>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2"/>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29" name="Google Shape;29;p2"/>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2" name="Shape 32"/>
        <p:cNvGrpSpPr/>
        <p:nvPr/>
      </p:nvGrpSpPr>
      <p:grpSpPr>
        <a:xfrm>
          <a:off x="0" y="0"/>
          <a:ext cx="0" cy="0"/>
          <a:chOff x="0" y="0"/>
          <a:chExt cx="0" cy="0"/>
        </a:xfrm>
      </p:grpSpPr>
      <p:sp>
        <p:nvSpPr>
          <p:cNvPr id="33" name="Google Shape;33;p3"/>
          <p:cNvSpPr txBox="1"/>
          <p:nvPr>
            <p:ph type="title"/>
          </p:nvPr>
        </p:nvSpPr>
        <p:spPr>
          <a:xfrm rot="5400000">
            <a:off x="4234732" y="3026812"/>
            <a:ext cx="5788752" cy="107907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 type="body"/>
          </p:nvPr>
        </p:nvSpPr>
        <p:spPr>
          <a:xfrm rot="5400000">
            <a:off x="641243" y="702770"/>
            <a:ext cx="5788752" cy="5727155"/>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35" name="Google Shape;35;p3"/>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8" name="Shape 38"/>
        <p:cNvGrpSpPr/>
        <p:nvPr/>
      </p:nvGrpSpPr>
      <p:grpSpPr>
        <a:xfrm>
          <a:off x="0" y="0"/>
          <a:ext cx="0" cy="0"/>
          <a:chOff x="0" y="0"/>
          <a:chExt cx="0" cy="0"/>
        </a:xfrm>
      </p:grpSpPr>
      <p:sp>
        <p:nvSpPr>
          <p:cNvPr id="39" name="Google Shape;39;p4"/>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
          <p:cNvSpPr txBox="1"/>
          <p:nvPr>
            <p:ph idx="1" type="body"/>
          </p:nvPr>
        </p:nvSpPr>
        <p:spPr>
          <a:xfrm rot="5400000">
            <a:off x="2031206" y="1021556"/>
            <a:ext cx="4278312" cy="6997700"/>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41" name="Google Shape;41;p4"/>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44" name="Shape 44"/>
        <p:cNvGrpSpPr/>
        <p:nvPr/>
      </p:nvGrpSpPr>
      <p:grpSpPr>
        <a:xfrm>
          <a:off x="0" y="0"/>
          <a:ext cx="0" cy="0"/>
          <a:chOff x="0" y="0"/>
          <a:chExt cx="0" cy="0"/>
        </a:xfrm>
      </p:grpSpPr>
      <p:sp>
        <p:nvSpPr>
          <p:cNvPr id="45" name="Google Shape;45;p5"/>
          <p:cNvSpPr txBox="1"/>
          <p:nvPr>
            <p:ph type="title"/>
          </p:nvPr>
        </p:nvSpPr>
        <p:spPr>
          <a:xfrm>
            <a:off x="678930" y="671971"/>
            <a:ext cx="6991025" cy="3331857"/>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 type="body"/>
          </p:nvPr>
        </p:nvSpPr>
        <p:spPr>
          <a:xfrm>
            <a:off x="672038" y="4423810"/>
            <a:ext cx="6997916" cy="566863"/>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Font typeface="Trebuchet MS"/>
              <a:buNone/>
              <a:defRPr sz="2646">
                <a:solidFill>
                  <a:schemeClr val="accent1"/>
                </a:solidFill>
              </a:defRPr>
            </a:lvl1pPr>
            <a:lvl2pPr indent="-228600" lvl="1" marL="914400" algn="l">
              <a:spcBef>
                <a:spcPts val="1100"/>
              </a:spcBef>
              <a:spcAft>
                <a:spcPts val="0"/>
              </a:spcAft>
              <a:buSzPts val="1360"/>
              <a:buFont typeface="Trebuchet MS"/>
              <a:buNone/>
              <a:defRPr/>
            </a:lvl2pPr>
            <a:lvl3pPr indent="-228600" lvl="2" marL="1371600" algn="l">
              <a:spcBef>
                <a:spcPts val="1100"/>
              </a:spcBef>
              <a:spcAft>
                <a:spcPts val="0"/>
              </a:spcAft>
              <a:buSzPts val="1200"/>
              <a:buFont typeface="Trebuchet MS"/>
              <a:buNone/>
              <a:defRPr/>
            </a:lvl3pPr>
            <a:lvl4pPr indent="-228600" lvl="3" marL="1828800" algn="l">
              <a:spcBef>
                <a:spcPts val="1100"/>
              </a:spcBef>
              <a:spcAft>
                <a:spcPts val="0"/>
              </a:spcAft>
              <a:buSzPts val="1040"/>
              <a:buFont typeface="Trebuchet MS"/>
              <a:buNone/>
              <a:defRPr/>
            </a:lvl4pPr>
            <a:lvl5pPr indent="-228600" lvl="4" marL="2286000" algn="l">
              <a:spcBef>
                <a:spcPts val="1100"/>
              </a:spcBef>
              <a:spcAft>
                <a:spcPts val="0"/>
              </a:spcAft>
              <a:buSzPts val="1040"/>
              <a:buFont typeface="Trebuchet MS"/>
              <a:buNone/>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47" name="Google Shape;47;p5"/>
          <p:cNvSpPr txBox="1"/>
          <p:nvPr>
            <p:ph idx="2" type="body"/>
          </p:nvPr>
        </p:nvSpPr>
        <p:spPr>
          <a:xfrm>
            <a:off x="672040" y="4990673"/>
            <a:ext cx="6997915" cy="1668810"/>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587"/>
              <a:buNone/>
              <a:defRPr sz="1984">
                <a:solidFill>
                  <a:srgbClr val="7F7F7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48" name="Google Shape;48;p5"/>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51" name="Shape 51"/>
        <p:cNvGrpSpPr/>
        <p:nvPr/>
      </p:nvGrpSpPr>
      <p:grpSpPr>
        <a:xfrm>
          <a:off x="0" y="0"/>
          <a:ext cx="0" cy="0"/>
          <a:chOff x="0" y="0"/>
          <a:chExt cx="0" cy="0"/>
        </a:xfrm>
      </p:grpSpPr>
      <p:sp>
        <p:nvSpPr>
          <p:cNvPr id="52" name="Google Shape;52;p6"/>
          <p:cNvSpPr txBox="1"/>
          <p:nvPr>
            <p:ph type="title"/>
          </p:nvPr>
        </p:nvSpPr>
        <p:spPr>
          <a:xfrm>
            <a:off x="672040" y="2129659"/>
            <a:ext cx="6997915" cy="28610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 type="body"/>
          </p:nvPr>
        </p:nvSpPr>
        <p:spPr>
          <a:xfrm>
            <a:off x="672040" y="4990673"/>
            <a:ext cx="6997915" cy="1668810"/>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587"/>
              <a:buNone/>
              <a:defRPr sz="1984">
                <a:solidFill>
                  <a:srgbClr val="3F3F3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54" name="Google Shape;54;p6"/>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57" name="Shape 57"/>
        <p:cNvGrpSpPr/>
        <p:nvPr/>
      </p:nvGrpSpPr>
      <p:grpSpPr>
        <a:xfrm>
          <a:off x="0" y="0"/>
          <a:ext cx="0" cy="0"/>
          <a:chOff x="0" y="0"/>
          <a:chExt cx="0" cy="0"/>
        </a:xfrm>
      </p:grpSpPr>
      <p:sp>
        <p:nvSpPr>
          <p:cNvPr id="58" name="Google Shape;58;p7"/>
          <p:cNvSpPr txBox="1"/>
          <p:nvPr>
            <p:ph type="title"/>
          </p:nvPr>
        </p:nvSpPr>
        <p:spPr>
          <a:xfrm>
            <a:off x="672042" y="671971"/>
            <a:ext cx="6997914" cy="375183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sz="485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 type="body"/>
          </p:nvPr>
        </p:nvSpPr>
        <p:spPr>
          <a:xfrm>
            <a:off x="672042" y="4927788"/>
            <a:ext cx="6997914" cy="1731695"/>
          </a:xfrm>
          <a:prstGeom prst="rect">
            <a:avLst/>
          </a:prstGeom>
          <a:noFill/>
          <a:ln>
            <a:noFill/>
          </a:ln>
        </p:spPr>
        <p:txBody>
          <a:bodyPr anchorCtr="0" anchor="ctr" bIns="45700" lIns="91425" spcFirstLastPara="1" rIns="91425" wrap="square" tIns="45700">
            <a:noAutofit/>
          </a:bodyPr>
          <a:lstStyle>
            <a:lvl1pPr indent="-228600" lvl="0" marL="457200" algn="l">
              <a:spcBef>
                <a:spcPts val="1100"/>
              </a:spcBef>
              <a:spcAft>
                <a:spcPts val="0"/>
              </a:spcAft>
              <a:buSzPts val="1587"/>
              <a:buNone/>
              <a:defRPr sz="1984">
                <a:solidFill>
                  <a:srgbClr val="3F3F3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60" name="Google Shape;60;p7"/>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8"/>
          <p:cNvSpPr txBox="1"/>
          <p:nvPr>
            <p:ph type="title"/>
          </p:nvPr>
        </p:nvSpPr>
        <p:spPr>
          <a:xfrm>
            <a:off x="672041" y="5291772"/>
            <a:ext cx="6997914" cy="6247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2646"/>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p:nvPr>
            <p:ph idx="2" type="pic"/>
          </p:nvPr>
        </p:nvSpPr>
        <p:spPr>
          <a:xfrm>
            <a:off x="672041" y="671971"/>
            <a:ext cx="6997914" cy="4239192"/>
          </a:xfrm>
          <a:prstGeom prst="rect">
            <a:avLst/>
          </a:prstGeom>
          <a:noFill/>
          <a:ln>
            <a:noFill/>
          </a:ln>
        </p:spPr>
      </p:sp>
      <p:sp>
        <p:nvSpPr>
          <p:cNvPr id="66" name="Google Shape;66;p8"/>
          <p:cNvSpPr txBox="1"/>
          <p:nvPr>
            <p:ph idx="1" type="body"/>
          </p:nvPr>
        </p:nvSpPr>
        <p:spPr>
          <a:xfrm>
            <a:off x="672041" y="5916496"/>
            <a:ext cx="6997914" cy="742987"/>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058"/>
              <a:buNone/>
              <a:defRPr sz="1323"/>
            </a:lvl1pPr>
            <a:lvl2pPr indent="-228600" lvl="1" marL="914400" algn="l">
              <a:spcBef>
                <a:spcPts val="1100"/>
              </a:spcBef>
              <a:spcAft>
                <a:spcPts val="0"/>
              </a:spcAft>
              <a:buSzPts val="1058"/>
              <a:buNone/>
              <a:defRPr sz="1323"/>
            </a:lvl2pPr>
            <a:lvl3pPr indent="-228600" lvl="2" marL="1371600" algn="l">
              <a:spcBef>
                <a:spcPts val="1100"/>
              </a:spcBef>
              <a:spcAft>
                <a:spcPts val="0"/>
              </a:spcAft>
              <a:buSzPts val="882"/>
              <a:buNone/>
              <a:defRPr sz="1102"/>
            </a:lvl3pPr>
            <a:lvl4pPr indent="-228600" lvl="3" marL="1828800" algn="l">
              <a:spcBef>
                <a:spcPts val="1100"/>
              </a:spcBef>
              <a:spcAft>
                <a:spcPts val="0"/>
              </a:spcAft>
              <a:buSzPts val="794"/>
              <a:buNone/>
              <a:defRPr sz="992"/>
            </a:lvl4pPr>
            <a:lvl5pPr indent="-228600" lvl="4" marL="2286000" algn="l">
              <a:spcBef>
                <a:spcPts val="1100"/>
              </a:spcBef>
              <a:spcAft>
                <a:spcPts val="0"/>
              </a:spcAft>
              <a:buSzPts val="794"/>
              <a:buNone/>
              <a:defRPr sz="992"/>
            </a:lvl5pPr>
            <a:lvl6pPr indent="-228600" lvl="5" marL="2743200" algn="l">
              <a:spcBef>
                <a:spcPts val="1102"/>
              </a:spcBef>
              <a:spcAft>
                <a:spcPts val="0"/>
              </a:spcAft>
              <a:buSzPts val="794"/>
              <a:buNone/>
              <a:defRPr sz="992"/>
            </a:lvl6pPr>
            <a:lvl7pPr indent="-228600" lvl="6" marL="3200400" algn="l">
              <a:spcBef>
                <a:spcPts val="1102"/>
              </a:spcBef>
              <a:spcAft>
                <a:spcPts val="0"/>
              </a:spcAft>
              <a:buSzPts val="794"/>
              <a:buNone/>
              <a:defRPr sz="992"/>
            </a:lvl7pPr>
            <a:lvl8pPr indent="-228600" lvl="7" marL="3657600" algn="l">
              <a:spcBef>
                <a:spcPts val="1102"/>
              </a:spcBef>
              <a:spcAft>
                <a:spcPts val="0"/>
              </a:spcAft>
              <a:buSzPts val="794"/>
              <a:buNone/>
              <a:defRPr sz="992"/>
            </a:lvl8pPr>
            <a:lvl9pPr indent="-228600" lvl="8" marL="4114800" algn="l">
              <a:spcBef>
                <a:spcPts val="1102"/>
              </a:spcBef>
              <a:spcAft>
                <a:spcPts val="0"/>
              </a:spcAft>
              <a:buSzPts val="794"/>
              <a:buNone/>
              <a:defRPr sz="992"/>
            </a:lvl9pPr>
          </a:lstStyle>
          <a:p/>
        </p:txBody>
      </p:sp>
      <p:sp>
        <p:nvSpPr>
          <p:cNvPr id="67" name="Google Shape;67;p8"/>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9"/>
          <p:cNvSpPr txBox="1"/>
          <p:nvPr>
            <p:ph type="title"/>
          </p:nvPr>
        </p:nvSpPr>
        <p:spPr>
          <a:xfrm>
            <a:off x="672041" y="1651933"/>
            <a:ext cx="3075982" cy="14092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2205"/>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 type="body"/>
          </p:nvPr>
        </p:nvSpPr>
        <p:spPr>
          <a:xfrm>
            <a:off x="3937083" y="567610"/>
            <a:ext cx="3732871" cy="6091873"/>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73" name="Google Shape;73;p9"/>
          <p:cNvSpPr txBox="1"/>
          <p:nvPr>
            <p:ph idx="2" type="body"/>
          </p:nvPr>
        </p:nvSpPr>
        <p:spPr>
          <a:xfrm>
            <a:off x="672041" y="3061205"/>
            <a:ext cx="3075982" cy="2848876"/>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234"/>
              <a:buNone/>
              <a:defRPr sz="1543"/>
            </a:lvl1pPr>
            <a:lvl2pPr indent="-228600" lvl="1" marL="914400" algn="l">
              <a:spcBef>
                <a:spcPts val="1100"/>
              </a:spcBef>
              <a:spcAft>
                <a:spcPts val="0"/>
              </a:spcAft>
              <a:buSzPts val="926"/>
              <a:buNone/>
              <a:defRPr sz="1157"/>
            </a:lvl2pPr>
            <a:lvl3pPr indent="-228600" lvl="2" marL="1371600" algn="l">
              <a:spcBef>
                <a:spcPts val="1100"/>
              </a:spcBef>
              <a:spcAft>
                <a:spcPts val="0"/>
              </a:spcAft>
              <a:buSzPts val="794"/>
              <a:buNone/>
              <a:defRPr sz="992"/>
            </a:lvl3pPr>
            <a:lvl4pPr indent="-228600" lvl="3" marL="1828800" algn="l">
              <a:spcBef>
                <a:spcPts val="1100"/>
              </a:spcBef>
              <a:spcAft>
                <a:spcPts val="0"/>
              </a:spcAft>
              <a:buSzPts val="662"/>
              <a:buNone/>
              <a:defRPr sz="827"/>
            </a:lvl4pPr>
            <a:lvl5pPr indent="-228600" lvl="4" marL="2286000" algn="l">
              <a:spcBef>
                <a:spcPts val="1100"/>
              </a:spcBef>
              <a:spcAft>
                <a:spcPts val="0"/>
              </a:spcAft>
              <a:buSzPts val="662"/>
              <a:buNone/>
              <a:defRPr sz="827"/>
            </a:lvl5pPr>
            <a:lvl6pPr indent="-228600" lvl="5" marL="2743200" algn="l">
              <a:spcBef>
                <a:spcPts val="1102"/>
              </a:spcBef>
              <a:spcAft>
                <a:spcPts val="0"/>
              </a:spcAft>
              <a:buSzPts val="662"/>
              <a:buNone/>
              <a:defRPr sz="827"/>
            </a:lvl6pPr>
            <a:lvl7pPr indent="-228600" lvl="6" marL="3200400" algn="l">
              <a:spcBef>
                <a:spcPts val="1102"/>
              </a:spcBef>
              <a:spcAft>
                <a:spcPts val="0"/>
              </a:spcAft>
              <a:buSzPts val="662"/>
              <a:buNone/>
              <a:defRPr sz="827"/>
            </a:lvl7pPr>
            <a:lvl8pPr indent="-228600" lvl="7" marL="3657600" algn="l">
              <a:spcBef>
                <a:spcPts val="1102"/>
              </a:spcBef>
              <a:spcAft>
                <a:spcPts val="0"/>
              </a:spcAft>
              <a:buSzPts val="662"/>
              <a:buNone/>
              <a:defRPr sz="827"/>
            </a:lvl8pPr>
            <a:lvl9pPr indent="-228600" lvl="8" marL="4114800" algn="l">
              <a:spcBef>
                <a:spcPts val="1102"/>
              </a:spcBef>
              <a:spcAft>
                <a:spcPts val="0"/>
              </a:spcAft>
              <a:buSzPts val="662"/>
              <a:buNone/>
              <a:defRPr sz="827"/>
            </a:lvl9pPr>
          </a:lstStyle>
          <a:p/>
        </p:txBody>
      </p:sp>
      <p:sp>
        <p:nvSpPr>
          <p:cNvPr id="74" name="Google Shape;74;p9"/>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10"/>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0"/>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0"/>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1"/>
          <p:cNvSpPr txBox="1"/>
          <p:nvPr>
            <p:ph type="title"/>
          </p:nvPr>
        </p:nvSpPr>
        <p:spPr>
          <a:xfrm>
            <a:off x="672041" y="671971"/>
            <a:ext cx="6997914"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2"/>
          <p:cNvSpPr txBox="1"/>
          <p:nvPr>
            <p:ph type="title"/>
          </p:nvPr>
        </p:nvSpPr>
        <p:spPr>
          <a:xfrm>
            <a:off x="672041" y="671971"/>
            <a:ext cx="6997913"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 type="body"/>
          </p:nvPr>
        </p:nvSpPr>
        <p:spPr>
          <a:xfrm>
            <a:off x="672041" y="2382084"/>
            <a:ext cx="3407251" cy="635222"/>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None/>
              <a:defRPr b="0" sz="2646"/>
            </a:lvl1pPr>
            <a:lvl2pPr indent="-228600" lvl="1" marL="914400" algn="l">
              <a:spcBef>
                <a:spcPts val="1100"/>
              </a:spcBef>
              <a:spcAft>
                <a:spcPts val="0"/>
              </a:spcAft>
              <a:buSzPts val="1764"/>
              <a:buNone/>
              <a:defRPr b="1" sz="2205"/>
            </a:lvl2pPr>
            <a:lvl3pPr indent="-228600" lvl="2" marL="1371600" algn="l">
              <a:spcBef>
                <a:spcPts val="1100"/>
              </a:spcBef>
              <a:spcAft>
                <a:spcPts val="0"/>
              </a:spcAft>
              <a:buSzPts val="1587"/>
              <a:buNone/>
              <a:defRPr b="1" sz="1984"/>
            </a:lvl3pPr>
            <a:lvl4pPr indent="-228600" lvl="3" marL="1828800" algn="l">
              <a:spcBef>
                <a:spcPts val="1100"/>
              </a:spcBef>
              <a:spcAft>
                <a:spcPts val="0"/>
              </a:spcAft>
              <a:buSzPts val="1411"/>
              <a:buNone/>
              <a:defRPr b="1" sz="1764"/>
            </a:lvl4pPr>
            <a:lvl5pPr indent="-228600" lvl="4" marL="2286000" algn="l">
              <a:spcBef>
                <a:spcPts val="1100"/>
              </a:spcBef>
              <a:spcAft>
                <a:spcPts val="0"/>
              </a:spcAft>
              <a:buSzPts val="1411"/>
              <a:buNone/>
              <a:defRPr b="1" sz="1764"/>
            </a:lvl5pPr>
            <a:lvl6pPr indent="-228600" lvl="5" marL="2743200" algn="l">
              <a:spcBef>
                <a:spcPts val="1102"/>
              </a:spcBef>
              <a:spcAft>
                <a:spcPts val="0"/>
              </a:spcAft>
              <a:buSzPts val="1411"/>
              <a:buNone/>
              <a:defRPr b="1" sz="1764"/>
            </a:lvl6pPr>
            <a:lvl7pPr indent="-228600" lvl="6" marL="3200400" algn="l">
              <a:spcBef>
                <a:spcPts val="1102"/>
              </a:spcBef>
              <a:spcAft>
                <a:spcPts val="0"/>
              </a:spcAft>
              <a:buSzPts val="1411"/>
              <a:buNone/>
              <a:defRPr b="1" sz="1764"/>
            </a:lvl7pPr>
            <a:lvl8pPr indent="-228600" lvl="7" marL="3657600" algn="l">
              <a:spcBef>
                <a:spcPts val="1102"/>
              </a:spcBef>
              <a:spcAft>
                <a:spcPts val="0"/>
              </a:spcAft>
              <a:buSzPts val="1411"/>
              <a:buNone/>
              <a:defRPr b="1" sz="1764"/>
            </a:lvl8pPr>
            <a:lvl9pPr indent="-228600" lvl="8" marL="4114800" algn="l">
              <a:spcBef>
                <a:spcPts val="1102"/>
              </a:spcBef>
              <a:spcAft>
                <a:spcPts val="0"/>
              </a:spcAft>
              <a:buSzPts val="1411"/>
              <a:buNone/>
              <a:defRPr b="1" sz="1764"/>
            </a:lvl9pPr>
          </a:lstStyle>
          <a:p/>
        </p:txBody>
      </p:sp>
      <p:sp>
        <p:nvSpPr>
          <p:cNvPr id="89" name="Google Shape;89;p12"/>
          <p:cNvSpPr txBox="1"/>
          <p:nvPr>
            <p:ph idx="2" type="body"/>
          </p:nvPr>
        </p:nvSpPr>
        <p:spPr>
          <a:xfrm>
            <a:off x="672041" y="3017307"/>
            <a:ext cx="3407251" cy="3642177"/>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90" name="Google Shape;90;p12"/>
          <p:cNvSpPr txBox="1"/>
          <p:nvPr>
            <p:ph idx="3" type="body"/>
          </p:nvPr>
        </p:nvSpPr>
        <p:spPr>
          <a:xfrm>
            <a:off x="4262702" y="2382084"/>
            <a:ext cx="3407251" cy="635222"/>
          </a:xfrm>
          <a:prstGeom prst="rect">
            <a:avLst/>
          </a:prstGeom>
          <a:noFill/>
          <a:ln>
            <a:noFill/>
          </a:ln>
        </p:spPr>
        <p:txBody>
          <a:bodyPr anchorCtr="0" anchor="b" bIns="45700" lIns="91425" spcFirstLastPara="1" rIns="91425" wrap="square" tIns="45700">
            <a:noAutofit/>
          </a:bodyPr>
          <a:lstStyle>
            <a:lvl1pPr indent="-228600" lvl="0" marL="457200" algn="l">
              <a:spcBef>
                <a:spcPts val="1100"/>
              </a:spcBef>
              <a:spcAft>
                <a:spcPts val="0"/>
              </a:spcAft>
              <a:buSzPts val="2117"/>
              <a:buNone/>
              <a:defRPr b="0" sz="2646"/>
            </a:lvl1pPr>
            <a:lvl2pPr indent="-228600" lvl="1" marL="914400" algn="l">
              <a:spcBef>
                <a:spcPts val="1100"/>
              </a:spcBef>
              <a:spcAft>
                <a:spcPts val="0"/>
              </a:spcAft>
              <a:buSzPts val="1764"/>
              <a:buNone/>
              <a:defRPr b="1" sz="2205"/>
            </a:lvl2pPr>
            <a:lvl3pPr indent="-228600" lvl="2" marL="1371600" algn="l">
              <a:spcBef>
                <a:spcPts val="1100"/>
              </a:spcBef>
              <a:spcAft>
                <a:spcPts val="0"/>
              </a:spcAft>
              <a:buSzPts val="1587"/>
              <a:buNone/>
              <a:defRPr b="1" sz="1984"/>
            </a:lvl3pPr>
            <a:lvl4pPr indent="-228600" lvl="3" marL="1828800" algn="l">
              <a:spcBef>
                <a:spcPts val="1100"/>
              </a:spcBef>
              <a:spcAft>
                <a:spcPts val="0"/>
              </a:spcAft>
              <a:buSzPts val="1411"/>
              <a:buNone/>
              <a:defRPr b="1" sz="1764"/>
            </a:lvl4pPr>
            <a:lvl5pPr indent="-228600" lvl="4" marL="2286000" algn="l">
              <a:spcBef>
                <a:spcPts val="1100"/>
              </a:spcBef>
              <a:spcAft>
                <a:spcPts val="0"/>
              </a:spcAft>
              <a:buSzPts val="1411"/>
              <a:buNone/>
              <a:defRPr b="1" sz="1764"/>
            </a:lvl5pPr>
            <a:lvl6pPr indent="-228600" lvl="5" marL="2743200" algn="l">
              <a:spcBef>
                <a:spcPts val="1102"/>
              </a:spcBef>
              <a:spcAft>
                <a:spcPts val="0"/>
              </a:spcAft>
              <a:buSzPts val="1411"/>
              <a:buNone/>
              <a:defRPr b="1" sz="1764"/>
            </a:lvl6pPr>
            <a:lvl7pPr indent="-228600" lvl="6" marL="3200400" algn="l">
              <a:spcBef>
                <a:spcPts val="1102"/>
              </a:spcBef>
              <a:spcAft>
                <a:spcPts val="0"/>
              </a:spcAft>
              <a:buSzPts val="1411"/>
              <a:buNone/>
              <a:defRPr b="1" sz="1764"/>
            </a:lvl7pPr>
            <a:lvl8pPr indent="-228600" lvl="7" marL="3657600" algn="l">
              <a:spcBef>
                <a:spcPts val="1102"/>
              </a:spcBef>
              <a:spcAft>
                <a:spcPts val="0"/>
              </a:spcAft>
              <a:buSzPts val="1411"/>
              <a:buNone/>
              <a:defRPr b="1" sz="1764"/>
            </a:lvl8pPr>
            <a:lvl9pPr indent="-228600" lvl="8" marL="4114800" algn="l">
              <a:spcBef>
                <a:spcPts val="1102"/>
              </a:spcBef>
              <a:spcAft>
                <a:spcPts val="0"/>
              </a:spcAft>
              <a:buSzPts val="1411"/>
              <a:buNone/>
              <a:defRPr b="1" sz="1764"/>
            </a:lvl9pPr>
          </a:lstStyle>
          <a:p/>
        </p:txBody>
      </p:sp>
      <p:sp>
        <p:nvSpPr>
          <p:cNvPr id="91" name="Google Shape;91;p12"/>
          <p:cNvSpPr txBox="1"/>
          <p:nvPr>
            <p:ph idx="4" type="body"/>
          </p:nvPr>
        </p:nvSpPr>
        <p:spPr>
          <a:xfrm>
            <a:off x="4262702" y="3017307"/>
            <a:ext cx="3407251" cy="3642177"/>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92" name="Google Shape;92;p12"/>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2"/>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2"/>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5" name="Shape 95"/>
        <p:cNvGrpSpPr/>
        <p:nvPr/>
      </p:nvGrpSpPr>
      <p:grpSpPr>
        <a:xfrm>
          <a:off x="0" y="0"/>
          <a:ext cx="0" cy="0"/>
          <a:chOff x="0" y="0"/>
          <a:chExt cx="0" cy="0"/>
        </a:xfrm>
      </p:grpSpPr>
      <p:sp>
        <p:nvSpPr>
          <p:cNvPr id="96" name="Google Shape;96;p13"/>
          <p:cNvSpPr txBox="1"/>
          <p:nvPr>
            <p:ph type="title"/>
          </p:nvPr>
        </p:nvSpPr>
        <p:spPr>
          <a:xfrm>
            <a:off x="672042" y="671971"/>
            <a:ext cx="6997914" cy="14559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3"/>
          <p:cNvSpPr txBox="1"/>
          <p:nvPr>
            <p:ph idx="1" type="body"/>
          </p:nvPr>
        </p:nvSpPr>
        <p:spPr>
          <a:xfrm>
            <a:off x="672042" y="2381649"/>
            <a:ext cx="3404426" cy="4277832"/>
          </a:xfrm>
          <a:prstGeom prst="rect">
            <a:avLst/>
          </a:prstGeom>
          <a:noFill/>
          <a:ln>
            <a:noFill/>
          </a:ln>
        </p:spPr>
        <p:txBody>
          <a:bodyPr anchorCtr="0" anchor="t" bIns="45700" lIns="91425" spcFirstLastPara="1" rIns="91425" wrap="square" tIns="45700">
            <a:noAutofit/>
          </a:bodyPr>
          <a:lstStyle>
            <a:lvl1pPr indent="-329387" lvl="0" marL="457200" algn="l">
              <a:spcBef>
                <a:spcPts val="1100"/>
              </a:spcBef>
              <a:spcAft>
                <a:spcPts val="0"/>
              </a:spcAft>
              <a:buSzPts val="1587"/>
              <a:buChar char="►"/>
              <a:defRPr sz="1984"/>
            </a:lvl1pPr>
            <a:lvl2pPr indent="-318211" lvl="1" marL="914400" algn="l">
              <a:spcBef>
                <a:spcPts val="1100"/>
              </a:spcBef>
              <a:spcAft>
                <a:spcPts val="0"/>
              </a:spcAft>
              <a:buSzPts val="1411"/>
              <a:buChar char="►"/>
              <a:defRPr sz="1764"/>
            </a:lvl2pPr>
            <a:lvl3pPr indent="-306984" lvl="2" marL="1371600" algn="l">
              <a:spcBef>
                <a:spcPts val="1100"/>
              </a:spcBef>
              <a:spcAft>
                <a:spcPts val="0"/>
              </a:spcAft>
              <a:buSzPts val="1234"/>
              <a:buChar char="►"/>
              <a:defRPr sz="1543"/>
            </a:lvl3pPr>
            <a:lvl4pPr indent="-295808" lvl="3" marL="1828800" algn="l">
              <a:spcBef>
                <a:spcPts val="1100"/>
              </a:spcBef>
              <a:spcAft>
                <a:spcPts val="0"/>
              </a:spcAft>
              <a:buSzPts val="1058"/>
              <a:buChar char="►"/>
              <a:defRPr sz="1323"/>
            </a:lvl4pPr>
            <a:lvl5pPr indent="-295808" lvl="4" marL="2286000" algn="l">
              <a:spcBef>
                <a:spcPts val="1100"/>
              </a:spcBef>
              <a:spcAft>
                <a:spcPts val="0"/>
              </a:spcAft>
              <a:buSzPts val="1058"/>
              <a:buChar char="►"/>
              <a:defRPr sz="1323"/>
            </a:lvl5pPr>
            <a:lvl6pPr indent="-295808" lvl="5" marL="2743200" algn="l">
              <a:spcBef>
                <a:spcPts val="1102"/>
              </a:spcBef>
              <a:spcAft>
                <a:spcPts val="0"/>
              </a:spcAft>
              <a:buSzPts val="1058"/>
              <a:buChar char="►"/>
              <a:defRPr sz="1323"/>
            </a:lvl6pPr>
            <a:lvl7pPr indent="-295808" lvl="6" marL="3200400" algn="l">
              <a:spcBef>
                <a:spcPts val="1102"/>
              </a:spcBef>
              <a:spcAft>
                <a:spcPts val="0"/>
              </a:spcAft>
              <a:buSzPts val="1058"/>
              <a:buChar char="►"/>
              <a:defRPr sz="1323"/>
            </a:lvl7pPr>
            <a:lvl8pPr indent="-295808" lvl="7" marL="3657600" algn="l">
              <a:spcBef>
                <a:spcPts val="1102"/>
              </a:spcBef>
              <a:spcAft>
                <a:spcPts val="0"/>
              </a:spcAft>
              <a:buSzPts val="1058"/>
              <a:buChar char="►"/>
              <a:defRPr sz="1323"/>
            </a:lvl8pPr>
            <a:lvl9pPr indent="-295808" lvl="8" marL="4114800" algn="l">
              <a:spcBef>
                <a:spcPts val="1102"/>
              </a:spcBef>
              <a:spcAft>
                <a:spcPts val="0"/>
              </a:spcAft>
              <a:buSzPts val="1058"/>
              <a:buChar char="►"/>
              <a:defRPr sz="1323"/>
            </a:lvl9pPr>
          </a:lstStyle>
          <a:p/>
        </p:txBody>
      </p:sp>
      <p:sp>
        <p:nvSpPr>
          <p:cNvPr id="98" name="Google Shape;98;p13"/>
          <p:cNvSpPr txBox="1"/>
          <p:nvPr>
            <p:ph idx="2" type="body"/>
          </p:nvPr>
        </p:nvSpPr>
        <p:spPr>
          <a:xfrm>
            <a:off x="4265529" y="2381651"/>
            <a:ext cx="3404427" cy="4277834"/>
          </a:xfrm>
          <a:prstGeom prst="rect">
            <a:avLst/>
          </a:prstGeom>
          <a:noFill/>
          <a:ln>
            <a:noFill/>
          </a:ln>
        </p:spPr>
        <p:txBody>
          <a:bodyPr anchorCtr="0" anchor="t" bIns="45700" lIns="91425" spcFirstLastPara="1" rIns="91425" wrap="square" tIns="45700">
            <a:noAutofit/>
          </a:bodyPr>
          <a:lstStyle>
            <a:lvl1pPr indent="-329387" lvl="0" marL="457200" algn="l">
              <a:spcBef>
                <a:spcPts val="1100"/>
              </a:spcBef>
              <a:spcAft>
                <a:spcPts val="0"/>
              </a:spcAft>
              <a:buSzPts val="1587"/>
              <a:buChar char="►"/>
              <a:defRPr sz="1984"/>
            </a:lvl1pPr>
            <a:lvl2pPr indent="-318211" lvl="1" marL="914400" algn="l">
              <a:spcBef>
                <a:spcPts val="1100"/>
              </a:spcBef>
              <a:spcAft>
                <a:spcPts val="0"/>
              </a:spcAft>
              <a:buSzPts val="1411"/>
              <a:buChar char="►"/>
              <a:defRPr sz="1764"/>
            </a:lvl2pPr>
            <a:lvl3pPr indent="-306984" lvl="2" marL="1371600" algn="l">
              <a:spcBef>
                <a:spcPts val="1100"/>
              </a:spcBef>
              <a:spcAft>
                <a:spcPts val="0"/>
              </a:spcAft>
              <a:buSzPts val="1234"/>
              <a:buChar char="►"/>
              <a:defRPr sz="1543"/>
            </a:lvl3pPr>
            <a:lvl4pPr indent="-295808" lvl="3" marL="1828800" algn="l">
              <a:spcBef>
                <a:spcPts val="1100"/>
              </a:spcBef>
              <a:spcAft>
                <a:spcPts val="0"/>
              </a:spcAft>
              <a:buSzPts val="1058"/>
              <a:buChar char="►"/>
              <a:defRPr sz="1323"/>
            </a:lvl4pPr>
            <a:lvl5pPr indent="-295808" lvl="4" marL="2286000" algn="l">
              <a:spcBef>
                <a:spcPts val="1100"/>
              </a:spcBef>
              <a:spcAft>
                <a:spcPts val="0"/>
              </a:spcAft>
              <a:buSzPts val="1058"/>
              <a:buChar char="►"/>
              <a:defRPr sz="1323"/>
            </a:lvl5pPr>
            <a:lvl6pPr indent="-295808" lvl="5" marL="2743200" algn="l">
              <a:spcBef>
                <a:spcPts val="1102"/>
              </a:spcBef>
              <a:spcAft>
                <a:spcPts val="0"/>
              </a:spcAft>
              <a:buSzPts val="1058"/>
              <a:buChar char="►"/>
              <a:defRPr sz="1323"/>
            </a:lvl6pPr>
            <a:lvl7pPr indent="-295808" lvl="6" marL="3200400" algn="l">
              <a:spcBef>
                <a:spcPts val="1102"/>
              </a:spcBef>
              <a:spcAft>
                <a:spcPts val="0"/>
              </a:spcAft>
              <a:buSzPts val="1058"/>
              <a:buChar char="►"/>
              <a:defRPr sz="1323"/>
            </a:lvl7pPr>
            <a:lvl8pPr indent="-295808" lvl="7" marL="3657600" algn="l">
              <a:spcBef>
                <a:spcPts val="1102"/>
              </a:spcBef>
              <a:spcAft>
                <a:spcPts val="0"/>
              </a:spcAft>
              <a:buSzPts val="1058"/>
              <a:buChar char="►"/>
              <a:defRPr sz="1323"/>
            </a:lvl8pPr>
            <a:lvl9pPr indent="-295808" lvl="8" marL="4114800" algn="l">
              <a:spcBef>
                <a:spcPts val="1102"/>
              </a:spcBef>
              <a:spcAft>
                <a:spcPts val="0"/>
              </a:spcAft>
              <a:buSzPts val="1058"/>
              <a:buChar char="►"/>
              <a:defRPr sz="1323"/>
            </a:lvl9pPr>
          </a:lstStyle>
          <a:p/>
        </p:txBody>
      </p:sp>
      <p:sp>
        <p:nvSpPr>
          <p:cNvPr id="99" name="Google Shape;99;p13"/>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3"/>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4"/>
          <p:cNvSpPr txBox="1"/>
          <p:nvPr>
            <p:ph type="title"/>
          </p:nvPr>
        </p:nvSpPr>
        <p:spPr>
          <a:xfrm>
            <a:off x="672040" y="2977208"/>
            <a:ext cx="6997915" cy="201346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0" sz="4409"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4"/>
          <p:cNvSpPr txBox="1"/>
          <p:nvPr>
            <p:ph idx="1" type="body"/>
          </p:nvPr>
        </p:nvSpPr>
        <p:spPr>
          <a:xfrm>
            <a:off x="672040" y="4990673"/>
            <a:ext cx="6997915" cy="948432"/>
          </a:xfrm>
          <a:prstGeom prst="rect">
            <a:avLst/>
          </a:prstGeom>
          <a:noFill/>
          <a:ln>
            <a:noFill/>
          </a:ln>
        </p:spPr>
        <p:txBody>
          <a:bodyPr anchorCtr="0" anchor="t" bIns="45700" lIns="91425" spcFirstLastPara="1" rIns="91425" wrap="square" tIns="45700">
            <a:noAutofit/>
          </a:bodyPr>
          <a:lstStyle>
            <a:lvl1pPr indent="-228600" lvl="0" marL="457200" algn="l">
              <a:spcBef>
                <a:spcPts val="1100"/>
              </a:spcBef>
              <a:spcAft>
                <a:spcPts val="0"/>
              </a:spcAft>
              <a:buSzPts val="1764"/>
              <a:buNone/>
              <a:defRPr sz="2205">
                <a:solidFill>
                  <a:srgbClr val="7F7F7F"/>
                </a:solidFill>
              </a:defRPr>
            </a:lvl1pPr>
            <a:lvl2pPr indent="-228600" lvl="1" marL="914400" algn="l">
              <a:spcBef>
                <a:spcPts val="1100"/>
              </a:spcBef>
              <a:spcAft>
                <a:spcPts val="0"/>
              </a:spcAft>
              <a:buSzPts val="1587"/>
              <a:buNone/>
              <a:defRPr sz="1984">
                <a:solidFill>
                  <a:srgbClr val="888888"/>
                </a:solidFill>
              </a:defRPr>
            </a:lvl2pPr>
            <a:lvl3pPr indent="-228600" lvl="2" marL="1371600" algn="l">
              <a:spcBef>
                <a:spcPts val="1100"/>
              </a:spcBef>
              <a:spcAft>
                <a:spcPts val="0"/>
              </a:spcAft>
              <a:buSzPts val="1411"/>
              <a:buNone/>
              <a:defRPr sz="1764">
                <a:solidFill>
                  <a:srgbClr val="888888"/>
                </a:solidFill>
              </a:defRPr>
            </a:lvl3pPr>
            <a:lvl4pPr indent="-228600" lvl="3" marL="1828800" algn="l">
              <a:spcBef>
                <a:spcPts val="1100"/>
              </a:spcBef>
              <a:spcAft>
                <a:spcPts val="0"/>
              </a:spcAft>
              <a:buSzPts val="1234"/>
              <a:buNone/>
              <a:defRPr sz="1543">
                <a:solidFill>
                  <a:srgbClr val="888888"/>
                </a:solidFill>
              </a:defRPr>
            </a:lvl4pPr>
            <a:lvl5pPr indent="-228600" lvl="4" marL="2286000" algn="l">
              <a:spcBef>
                <a:spcPts val="1100"/>
              </a:spcBef>
              <a:spcAft>
                <a:spcPts val="0"/>
              </a:spcAft>
              <a:buSzPts val="1234"/>
              <a:buNone/>
              <a:defRPr sz="1543">
                <a:solidFill>
                  <a:srgbClr val="888888"/>
                </a:solidFill>
              </a:defRPr>
            </a:lvl5pPr>
            <a:lvl6pPr indent="-228600" lvl="5" marL="2743200" algn="l">
              <a:spcBef>
                <a:spcPts val="1102"/>
              </a:spcBef>
              <a:spcAft>
                <a:spcPts val="0"/>
              </a:spcAft>
              <a:buSzPts val="1234"/>
              <a:buNone/>
              <a:defRPr sz="1543">
                <a:solidFill>
                  <a:srgbClr val="888888"/>
                </a:solidFill>
              </a:defRPr>
            </a:lvl6pPr>
            <a:lvl7pPr indent="-228600" lvl="6" marL="3200400" algn="l">
              <a:spcBef>
                <a:spcPts val="1102"/>
              </a:spcBef>
              <a:spcAft>
                <a:spcPts val="0"/>
              </a:spcAft>
              <a:buSzPts val="1234"/>
              <a:buNone/>
              <a:defRPr sz="1543">
                <a:solidFill>
                  <a:srgbClr val="888888"/>
                </a:solidFill>
              </a:defRPr>
            </a:lvl7pPr>
            <a:lvl8pPr indent="-228600" lvl="7" marL="3657600" algn="l">
              <a:spcBef>
                <a:spcPts val="1102"/>
              </a:spcBef>
              <a:spcAft>
                <a:spcPts val="0"/>
              </a:spcAft>
              <a:buSzPts val="1234"/>
              <a:buNone/>
              <a:defRPr sz="1543">
                <a:solidFill>
                  <a:srgbClr val="888888"/>
                </a:solidFill>
              </a:defRPr>
            </a:lvl8pPr>
            <a:lvl9pPr indent="-228600" lvl="8" marL="4114800" algn="l">
              <a:spcBef>
                <a:spcPts val="1102"/>
              </a:spcBef>
              <a:spcAft>
                <a:spcPts val="0"/>
              </a:spcAft>
              <a:buSzPts val="1234"/>
              <a:buNone/>
              <a:defRPr sz="1543">
                <a:solidFill>
                  <a:srgbClr val="888888"/>
                </a:solidFill>
              </a:defRPr>
            </a:lvl9pPr>
          </a:lstStyle>
          <a:p/>
        </p:txBody>
      </p:sp>
      <p:sp>
        <p:nvSpPr>
          <p:cNvPr id="105" name="Google Shape;105;p14"/>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5" name="Shape 125"/>
        <p:cNvGrpSpPr/>
        <p:nvPr/>
      </p:nvGrpSpPr>
      <p:grpSpPr>
        <a:xfrm>
          <a:off x="0" y="0"/>
          <a:ext cx="0" cy="0"/>
          <a:chOff x="0" y="0"/>
          <a:chExt cx="0" cy="0"/>
        </a:xfrm>
      </p:grpSpPr>
      <p:sp>
        <p:nvSpPr>
          <p:cNvPr id="126" name="Google Shape;126;p16"/>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3968"/>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6"/>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0040" lvl="0" marL="457200" algn="l">
              <a:spcBef>
                <a:spcPts val="1100"/>
              </a:spcBef>
              <a:spcAft>
                <a:spcPts val="0"/>
              </a:spcAft>
              <a:buSzPts val="1440"/>
              <a:buChar char="►"/>
              <a:defRPr/>
            </a:lvl1pPr>
            <a:lvl2pPr indent="-320040" lvl="1" marL="914400" algn="l">
              <a:spcBef>
                <a:spcPts val="1100"/>
              </a:spcBef>
              <a:spcAft>
                <a:spcPts val="0"/>
              </a:spcAft>
              <a:buSzPts val="1440"/>
              <a:buChar char="►"/>
              <a:defRPr/>
            </a:lvl2pPr>
            <a:lvl3pPr indent="-320040" lvl="2" marL="1371600" algn="l">
              <a:spcBef>
                <a:spcPts val="1100"/>
              </a:spcBef>
              <a:spcAft>
                <a:spcPts val="0"/>
              </a:spcAft>
              <a:buSzPts val="1440"/>
              <a:buChar char="►"/>
              <a:defRPr/>
            </a:lvl3pPr>
            <a:lvl4pPr indent="-320040" lvl="3" marL="1828800" algn="l">
              <a:spcBef>
                <a:spcPts val="1100"/>
              </a:spcBef>
              <a:spcAft>
                <a:spcPts val="0"/>
              </a:spcAft>
              <a:buSzPts val="1440"/>
              <a:buChar char="►"/>
              <a:defRPr/>
            </a:lvl4pPr>
            <a:lvl5pPr indent="-320040" lvl="4" marL="2286000" algn="l">
              <a:spcBef>
                <a:spcPts val="1100"/>
              </a:spcBef>
              <a:spcAft>
                <a:spcPts val="0"/>
              </a:spcAft>
              <a:buSzPts val="1440"/>
              <a:buChar char="►"/>
              <a:defRPr/>
            </a:lvl5pPr>
            <a:lvl6pPr indent="-320040" lvl="5" marL="2743200" algn="l">
              <a:spcBef>
                <a:spcPts val="1102"/>
              </a:spcBef>
              <a:spcAft>
                <a:spcPts val="0"/>
              </a:spcAft>
              <a:buSzPts val="1440"/>
              <a:buChar char="►"/>
              <a:defRPr/>
            </a:lvl6pPr>
            <a:lvl7pPr indent="-320040" lvl="6" marL="3200400" algn="l">
              <a:spcBef>
                <a:spcPts val="1102"/>
              </a:spcBef>
              <a:spcAft>
                <a:spcPts val="0"/>
              </a:spcAft>
              <a:buSzPts val="1440"/>
              <a:buChar char="►"/>
              <a:defRPr/>
            </a:lvl7pPr>
            <a:lvl8pPr indent="-320040" lvl="7" marL="3657600" algn="l">
              <a:spcBef>
                <a:spcPts val="1102"/>
              </a:spcBef>
              <a:spcAft>
                <a:spcPts val="0"/>
              </a:spcAft>
              <a:buSzPts val="1440"/>
              <a:buChar char="►"/>
              <a:defRPr/>
            </a:lvl8pPr>
            <a:lvl9pPr indent="-320040" lvl="8" marL="4114800" algn="l">
              <a:spcBef>
                <a:spcPts val="1102"/>
              </a:spcBef>
              <a:spcAft>
                <a:spcPts val="0"/>
              </a:spcAft>
              <a:buSzPts val="1440"/>
              <a:buChar char="►"/>
              <a:defRPr/>
            </a:lvl9pPr>
          </a:lstStyle>
          <a:p/>
        </p:txBody>
      </p:sp>
      <p:sp>
        <p:nvSpPr>
          <p:cNvPr id="128" name="Google Shape;128;p16"/>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16"/>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16"/>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9525" y="-9525"/>
            <a:ext cx="10110787" cy="7578725"/>
            <a:chOff x="-8467" y="-8468"/>
            <a:chExt cx="9171317" cy="6874935"/>
          </a:xfrm>
        </p:grpSpPr>
        <p:sp>
          <p:nvSpPr>
            <p:cNvPr id="11" name="Google Shape;11;p1"/>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7019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2" name="Google Shape;12;p1"/>
            <p:cNvCxnSpPr/>
            <p:nvPr/>
          </p:nvCxnSpPr>
          <p:spPr>
            <a:xfrm flipH="1" rot="10800000">
              <a:off x="5130869" y="4174961"/>
              <a:ext cx="4021900" cy="2682866"/>
            </a:xfrm>
            <a:prstGeom prst="straightConnector1">
              <a:avLst/>
            </a:prstGeom>
            <a:noFill/>
            <a:ln cap="rnd" cmpd="sng" w="9525">
              <a:solidFill>
                <a:schemeClr val="accent1">
                  <a:alpha val="70196"/>
                </a:schemeClr>
              </a:solidFill>
              <a:prstDash val="solid"/>
              <a:miter lim="800000"/>
              <a:headEnd len="med" w="med" type="none"/>
              <a:tailEnd len="med" w="med" type="none"/>
            </a:ln>
          </p:spPr>
        </p:cxnSp>
        <p:cxnSp>
          <p:nvCxnSpPr>
            <p:cNvPr id="13" name="Google Shape;13;p1"/>
            <p:cNvCxnSpPr/>
            <p:nvPr/>
          </p:nvCxnSpPr>
          <p:spPr>
            <a:xfrm>
              <a:off x="7043180" y="172"/>
              <a:ext cx="1218234" cy="6857654"/>
            </a:xfrm>
            <a:prstGeom prst="straightConnector1">
              <a:avLst/>
            </a:prstGeom>
            <a:noFill/>
            <a:ln cap="rnd" cmpd="sng" w="9525">
              <a:solidFill>
                <a:schemeClr val="accent1">
                  <a:alpha val="70196"/>
                </a:schemeClr>
              </a:solidFill>
              <a:prstDash val="solid"/>
              <a:miter lim="800000"/>
              <a:headEnd len="med" w="med" type="none"/>
              <a:tailEnd len="med" w="med" type="none"/>
            </a:ln>
          </p:spPr>
        </p:cxnSp>
        <p:sp>
          <p:nvSpPr>
            <p:cNvPr id="14" name="Google Shape;14;p1"/>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78"/>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5" name="Google Shape;15;p1"/>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6" name="Google Shape;16;p1"/>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882"/>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7" name="Google Shape;17;p1"/>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5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 name="Google Shape;18;p1"/>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19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 name="Google Shape;19;p1"/>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96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0" name="Google Shape;20;p1"/>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882"/>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21" name="Google Shape;21;p1"/>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grpSp>
        <p:nvGrpSpPr>
          <p:cNvPr id="109" name="Google Shape;109;p15"/>
          <p:cNvGrpSpPr/>
          <p:nvPr/>
        </p:nvGrpSpPr>
        <p:grpSpPr>
          <a:xfrm>
            <a:off x="-9525" y="-9525"/>
            <a:ext cx="10110787" cy="7578725"/>
            <a:chOff x="-8467" y="-8468"/>
            <a:chExt cx="9171317" cy="6874935"/>
          </a:xfrm>
        </p:grpSpPr>
        <p:sp>
          <p:nvSpPr>
            <p:cNvPr id="110" name="Google Shape;110;p15"/>
            <p:cNvSpPr/>
            <p:nvPr/>
          </p:nvSpPr>
          <p:spPr>
            <a:xfrm>
              <a:off x="-8467" y="4013672"/>
              <a:ext cx="457918" cy="2852795"/>
            </a:xfrm>
            <a:custGeom>
              <a:rect b="b" l="l" r="r" t="t"/>
              <a:pathLst>
                <a:path extrusionOk="0" h="2853267" w="457200">
                  <a:moveTo>
                    <a:pt x="0" y="0"/>
                  </a:moveTo>
                  <a:lnTo>
                    <a:pt x="457200" y="2853267"/>
                  </a:lnTo>
                  <a:lnTo>
                    <a:pt x="0" y="2844800"/>
                  </a:lnTo>
                  <a:cubicBezTo>
                    <a:pt x="2822" y="1905000"/>
                    <a:pt x="5645" y="965200"/>
                    <a:pt x="0" y="0"/>
                  </a:cubicBezTo>
                  <a:close/>
                </a:path>
              </a:pathLst>
            </a:custGeom>
            <a:solidFill>
              <a:schemeClr val="accent1">
                <a:alpha val="7019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cxnSp>
          <p:nvCxnSpPr>
            <p:cNvPr id="111" name="Google Shape;111;p15"/>
            <p:cNvCxnSpPr/>
            <p:nvPr/>
          </p:nvCxnSpPr>
          <p:spPr>
            <a:xfrm flipH="1" rot="10800000">
              <a:off x="5130869" y="4174961"/>
              <a:ext cx="4021900" cy="2682866"/>
            </a:xfrm>
            <a:prstGeom prst="straightConnector1">
              <a:avLst/>
            </a:prstGeom>
            <a:noFill/>
            <a:ln cap="rnd" cmpd="sng" w="9525">
              <a:solidFill>
                <a:schemeClr val="accent1">
                  <a:alpha val="70196"/>
                </a:schemeClr>
              </a:solidFill>
              <a:prstDash val="solid"/>
              <a:miter lim="800000"/>
              <a:headEnd len="med" w="med" type="none"/>
              <a:tailEnd len="med" w="med" type="none"/>
            </a:ln>
          </p:spPr>
        </p:cxnSp>
        <p:cxnSp>
          <p:nvCxnSpPr>
            <p:cNvPr id="112" name="Google Shape;112;p15"/>
            <p:cNvCxnSpPr/>
            <p:nvPr/>
          </p:nvCxnSpPr>
          <p:spPr>
            <a:xfrm>
              <a:off x="7043180" y="172"/>
              <a:ext cx="1218234" cy="6857654"/>
            </a:xfrm>
            <a:prstGeom prst="straightConnector1">
              <a:avLst/>
            </a:prstGeom>
            <a:noFill/>
            <a:ln cap="rnd" cmpd="sng" w="9525">
              <a:solidFill>
                <a:schemeClr val="accent1">
                  <a:alpha val="70196"/>
                </a:schemeClr>
              </a:solidFill>
              <a:prstDash val="solid"/>
              <a:miter lim="800000"/>
              <a:headEnd len="med" w="med" type="none"/>
              <a:tailEnd len="med" w="med" type="none"/>
            </a:ln>
          </p:spPr>
        </p:cxnSp>
        <p:sp>
          <p:nvSpPr>
            <p:cNvPr id="113" name="Google Shape;113;p15"/>
            <p:cNvSpPr/>
            <p:nvPr/>
          </p:nvSpPr>
          <p:spPr>
            <a:xfrm>
              <a:off x="6891980" y="172"/>
              <a:ext cx="2269429" cy="6866295"/>
            </a:xfrm>
            <a:custGeom>
              <a:rect b="b" l="l" r="r" t="t"/>
              <a:pathLst>
                <a:path extrusionOk="0" h="6866466" w="2269442">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78"/>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4" name="Google Shape;114;p15"/>
            <p:cNvSpPr/>
            <p:nvPr/>
          </p:nvSpPr>
          <p:spPr>
            <a:xfrm>
              <a:off x="7204459" y="-8468"/>
              <a:ext cx="1948310" cy="6866295"/>
            </a:xfrm>
            <a:custGeom>
              <a:rect b="b" l="l" r="r" t="t"/>
              <a:pathLst>
                <a:path extrusionOk="0" h="6866467" w="194814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5" name="Google Shape;115;p15"/>
            <p:cNvSpPr/>
            <p:nvPr/>
          </p:nvSpPr>
          <p:spPr>
            <a:xfrm>
              <a:off x="6638542" y="3920066"/>
              <a:ext cx="2512789" cy="29377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17B0E4">
                <a:alpha val="65882"/>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6" name="Google Shape;116;p15"/>
            <p:cNvSpPr/>
            <p:nvPr/>
          </p:nvSpPr>
          <p:spPr>
            <a:xfrm>
              <a:off x="7010060" y="-8468"/>
              <a:ext cx="2142710" cy="6866295"/>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17B0E4">
                <a:alpha val="5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7" name="Google Shape;117;p15"/>
            <p:cNvSpPr/>
            <p:nvPr/>
          </p:nvSpPr>
          <p:spPr>
            <a:xfrm>
              <a:off x="8295974" y="-8468"/>
              <a:ext cx="856795" cy="6866295"/>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19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8" name="Google Shape;118;p15"/>
            <p:cNvSpPr/>
            <p:nvPr/>
          </p:nvSpPr>
          <p:spPr>
            <a:xfrm>
              <a:off x="8094375" y="-8468"/>
              <a:ext cx="1067034" cy="6866295"/>
            </a:xfrm>
            <a:custGeom>
              <a:rect b="b" l="l" r="r" t="t"/>
              <a:pathLst>
                <a:path extrusionOk="0" h="6866467" w="1270244">
                  <a:moveTo>
                    <a:pt x="0" y="0"/>
                  </a:moveTo>
                  <a:lnTo>
                    <a:pt x="1117600" y="6866467"/>
                  </a:lnTo>
                  <a:lnTo>
                    <a:pt x="1270000" y="6866467"/>
                  </a:lnTo>
                  <a:cubicBezTo>
                    <a:pt x="1272822" y="4574822"/>
                    <a:pt x="1250245" y="2291645"/>
                    <a:pt x="1253067" y="0"/>
                  </a:cubicBezTo>
                  <a:lnTo>
                    <a:pt x="0" y="0"/>
                  </a:lnTo>
                  <a:close/>
                </a:path>
              </a:pathLst>
            </a:custGeom>
            <a:solidFill>
              <a:srgbClr val="236292">
                <a:alpha val="8196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19" name="Google Shape;119;p15"/>
            <p:cNvSpPr/>
            <p:nvPr/>
          </p:nvSpPr>
          <p:spPr>
            <a:xfrm>
              <a:off x="8068455" y="4893559"/>
              <a:ext cx="1094395" cy="1964267"/>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17B0E4">
                <a:alpha val="65882"/>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pSp>
      <p:sp>
        <p:nvSpPr>
          <p:cNvPr id="120" name="Google Shape;120;p15"/>
          <p:cNvSpPr txBox="1"/>
          <p:nvPr>
            <p:ph type="title"/>
          </p:nvPr>
        </p:nvSpPr>
        <p:spPr>
          <a:xfrm>
            <a:off x="671512" y="671512"/>
            <a:ext cx="6997700" cy="145573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2pPr>
            <a:lvl3pPr lvl="2"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3pPr>
            <a:lvl4pPr lvl="3"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4pPr>
            <a:lvl5pPr lvl="4" marR="0" rtl="0" algn="l">
              <a:spcBef>
                <a:spcPts val="0"/>
              </a:spcBef>
              <a:spcAft>
                <a:spcPts val="0"/>
              </a:spcAft>
              <a:buSzPts val="1400"/>
              <a:buNone/>
              <a:defRPr b="0" i="0" sz="3900" u="none" cap="none" strike="noStrike">
                <a:solidFill>
                  <a:schemeClr val="accen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21" name="Google Shape;121;p15"/>
          <p:cNvSpPr txBox="1"/>
          <p:nvPr>
            <p:ph idx="1" type="body"/>
          </p:nvPr>
        </p:nvSpPr>
        <p:spPr>
          <a:xfrm>
            <a:off x="671512" y="2381250"/>
            <a:ext cx="6997700" cy="4278312"/>
          </a:xfrm>
          <a:prstGeom prst="rect">
            <a:avLst/>
          </a:prstGeom>
          <a:noFill/>
          <a:ln>
            <a:noFill/>
          </a:ln>
        </p:spPr>
        <p:txBody>
          <a:bodyPr anchorCtr="0" anchor="t" bIns="45700" lIns="91425" spcFirstLastPara="1" rIns="91425" wrap="square" tIns="45700">
            <a:noAutofit/>
          </a:bodyPr>
          <a:lstStyle>
            <a:lvl1pPr indent="-325120" lvl="0" marL="457200" marR="0" rtl="0" algn="l">
              <a:spcBef>
                <a:spcPts val="1100"/>
              </a:spcBef>
              <a:spcAft>
                <a:spcPts val="0"/>
              </a:spcAft>
              <a:buClr>
                <a:schemeClr val="accent1"/>
              </a:buClr>
              <a:buSzPts val="1520"/>
              <a:buFont typeface="Noto Sans Symbols"/>
              <a:buChar char="►"/>
              <a:defRPr b="0" i="0" sz="1900" u="none" cap="none" strike="noStrike">
                <a:solidFill>
                  <a:srgbClr val="404040"/>
                </a:solidFill>
                <a:latin typeface="Trebuchet MS"/>
                <a:ea typeface="Trebuchet MS"/>
                <a:cs typeface="Trebuchet MS"/>
                <a:sym typeface="Trebuchet MS"/>
              </a:defRPr>
            </a:lvl1pPr>
            <a:lvl2pPr indent="-314960" lvl="1" marL="914400" marR="0" rtl="0" algn="l">
              <a:spcBef>
                <a:spcPts val="1100"/>
              </a:spcBef>
              <a:spcAft>
                <a:spcPts val="0"/>
              </a:spcAft>
              <a:buClr>
                <a:schemeClr val="accent1"/>
              </a:buClr>
              <a:buSzPts val="1360"/>
              <a:buFont typeface="Noto Sans Symbols"/>
              <a:buChar char="►"/>
              <a:defRPr b="0" i="0" sz="1700" u="none" cap="none" strike="noStrike">
                <a:solidFill>
                  <a:srgbClr val="404040"/>
                </a:solidFill>
                <a:latin typeface="Trebuchet MS"/>
                <a:ea typeface="Trebuchet MS"/>
                <a:cs typeface="Trebuchet MS"/>
                <a:sym typeface="Trebuchet MS"/>
              </a:defRPr>
            </a:lvl2pPr>
            <a:lvl3pPr indent="-304800" lvl="2" marL="1371600" marR="0" rtl="0" algn="l">
              <a:spcBef>
                <a:spcPts val="1100"/>
              </a:spcBef>
              <a:spcAft>
                <a:spcPts val="0"/>
              </a:spcAft>
              <a:buClr>
                <a:schemeClr val="accent1"/>
              </a:buClr>
              <a:buSzPts val="1200"/>
              <a:buFont typeface="Noto Sans Symbols"/>
              <a:buChar char="►"/>
              <a:defRPr b="0" i="0" sz="1500" u="none" cap="none" strike="noStrike">
                <a:solidFill>
                  <a:srgbClr val="404040"/>
                </a:solidFill>
                <a:latin typeface="Trebuchet MS"/>
                <a:ea typeface="Trebuchet MS"/>
                <a:cs typeface="Trebuchet MS"/>
                <a:sym typeface="Trebuchet MS"/>
              </a:defRPr>
            </a:lvl3pPr>
            <a:lvl4pPr indent="-294640" lvl="3" marL="18288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4pPr>
            <a:lvl5pPr indent="-294640" lvl="4" marL="2286000" marR="0" rtl="0" algn="l">
              <a:spcBef>
                <a:spcPts val="1100"/>
              </a:spcBef>
              <a:spcAft>
                <a:spcPts val="0"/>
              </a:spcAft>
              <a:buClr>
                <a:schemeClr val="accent1"/>
              </a:buClr>
              <a:buSzPts val="1040"/>
              <a:buFont typeface="Noto Sans Symbols"/>
              <a:buChar char="►"/>
              <a:defRPr b="0" i="0" sz="1300" u="none" cap="none" strike="noStrike">
                <a:solidFill>
                  <a:srgbClr val="404040"/>
                </a:solidFill>
                <a:latin typeface="Trebuchet MS"/>
                <a:ea typeface="Trebuchet MS"/>
                <a:cs typeface="Trebuchet MS"/>
                <a:sym typeface="Trebuchet MS"/>
              </a:defRPr>
            </a:lvl5pPr>
            <a:lvl6pPr indent="-295808" lvl="5" marL="27432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6pPr>
            <a:lvl7pPr indent="-295808" lvl="6" marL="32004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7pPr>
            <a:lvl8pPr indent="-295808" lvl="7" marL="36576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8pPr>
            <a:lvl9pPr indent="-295808" lvl="8" marL="4114800" marR="0" rtl="0" algn="l">
              <a:spcBef>
                <a:spcPts val="1102"/>
              </a:spcBef>
              <a:spcAft>
                <a:spcPts val="0"/>
              </a:spcAft>
              <a:buClr>
                <a:schemeClr val="accent1"/>
              </a:buClr>
              <a:buSzPts val="1058"/>
              <a:buFont typeface="Noto Sans Symbols"/>
              <a:buChar char="►"/>
              <a:defRPr b="0" i="0" sz="1323" u="none" cap="none" strike="noStrike">
                <a:solidFill>
                  <a:srgbClr val="3F3F3F"/>
                </a:solidFill>
                <a:latin typeface="Trebuchet MS"/>
                <a:ea typeface="Trebuchet MS"/>
                <a:cs typeface="Trebuchet MS"/>
                <a:sym typeface="Trebuchet MS"/>
              </a:defRPr>
            </a:lvl9pPr>
          </a:lstStyle>
          <a:p/>
        </p:txBody>
      </p:sp>
      <p:sp>
        <p:nvSpPr>
          <p:cNvPr id="122" name="Google Shape;122;p15"/>
          <p:cNvSpPr txBox="1"/>
          <p:nvPr>
            <p:ph idx="10" type="dt"/>
          </p:nvPr>
        </p:nvSpPr>
        <p:spPr>
          <a:xfrm>
            <a:off x="5959475" y="6659562"/>
            <a:ext cx="754062" cy="401637"/>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900" u="none">
                <a:solidFill>
                  <a:srgbClr val="898989"/>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23" name="Google Shape;123;p15"/>
          <p:cNvSpPr txBox="1"/>
          <p:nvPr>
            <p:ph idx="11" type="ftr"/>
          </p:nvPr>
        </p:nvSpPr>
        <p:spPr>
          <a:xfrm>
            <a:off x="671512" y="6659562"/>
            <a:ext cx="5097462" cy="401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Trebuchet MS"/>
                <a:ea typeface="Trebuchet MS"/>
                <a:cs typeface="Trebuchet MS"/>
                <a:sym typeface="Trebuchet MS"/>
              </a:defRPr>
            </a:lvl1pPr>
            <a:lvl2pPr lvl="1"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lnSpc>
                <a:spcPct val="100000"/>
              </a:lnSpc>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124" name="Google Shape;124;p15"/>
          <p:cNvSpPr txBox="1"/>
          <p:nvPr>
            <p:ph idx="12" type="sldNum"/>
          </p:nvPr>
        </p:nvSpPr>
        <p:spPr>
          <a:xfrm>
            <a:off x="7104062" y="6659562"/>
            <a:ext cx="565150" cy="401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1pPr>
            <a:lvl2pPr indent="0" lvl="1"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2pPr>
            <a:lvl3pPr indent="0" lvl="2"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3pPr>
            <a:lvl4pPr indent="0" lvl="3"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4pPr>
            <a:lvl5pPr indent="0" lvl="4"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5pPr>
            <a:lvl6pPr indent="0" lvl="5"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6pPr>
            <a:lvl7pPr indent="0" lvl="6"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7pPr>
            <a:lvl8pPr indent="0" lvl="7"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8pPr>
            <a:lvl9pPr indent="0" lvl="8" marL="0" marR="0" rtl="0" algn="r">
              <a:lnSpc>
                <a:spcPct val="100000"/>
              </a:lnSpc>
              <a:spcBef>
                <a:spcPts val="0"/>
              </a:spcBef>
              <a:spcAft>
                <a:spcPts val="0"/>
              </a:spcAft>
              <a:buClr>
                <a:schemeClr val="accent1"/>
              </a:buClr>
              <a:buSzPts val="900"/>
              <a:buFont typeface="Trebuchet MS"/>
              <a:buNone/>
              <a:defRPr b="0" i="0" sz="900" u="non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nvSpPr>
        <p:spPr>
          <a:xfrm>
            <a:off x="503237" y="1979612"/>
            <a:ext cx="9145587" cy="525621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D0D0D"/>
              </a:buClr>
              <a:buSzPts val="3600"/>
              <a:buFont typeface="Times New Roman"/>
              <a:buNone/>
            </a:pPr>
            <a:r>
              <a:rPr b="1" i="0" lang="en-US" sz="3600" u="none">
                <a:solidFill>
                  <a:srgbClr val="0D0D0D"/>
                </a:solidFill>
                <a:latin typeface="Times New Roman"/>
                <a:ea typeface="Times New Roman"/>
                <a:cs typeface="Times New Roman"/>
                <a:sym typeface="Times New Roman"/>
              </a:rPr>
              <a:t>Multi-Platform Product Review Sentiment Analyzer</a:t>
            </a:r>
            <a:r>
              <a:rPr b="0" i="0" lang="en-US" sz="3600" u="none">
                <a:solidFill>
                  <a:srgbClr val="0D0D0D"/>
                </a:solidFill>
                <a:latin typeface="Times New Roman"/>
                <a:ea typeface="Times New Roman"/>
                <a:cs typeface="Times New Roman"/>
                <a:sym typeface="Times New Roman"/>
              </a:rPr>
              <a:t> </a:t>
            </a:r>
            <a:endParaRPr b="0" i="0" sz="3600" u="none">
              <a:solidFill>
                <a:srgbClr val="0D0D0D"/>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3200"/>
              <a:buFont typeface="Trebuchet MS"/>
              <a:buNone/>
            </a:pPr>
            <a:r>
              <a:t/>
            </a:r>
            <a:endParaRPr b="0" i="0" sz="32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2800"/>
              <a:buFont typeface="Trebuchet MS"/>
              <a:buNone/>
            </a:pPr>
            <a:r>
              <a:t/>
            </a:r>
            <a:endParaRPr b="1" i="0" sz="28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chemeClr val="dk1"/>
              </a:buClr>
              <a:buSzPts val="2800"/>
              <a:buFont typeface="Trebuchet MS"/>
              <a:buNone/>
            </a:pPr>
            <a:r>
              <a:t/>
            </a:r>
            <a:endParaRPr b="1" i="0" sz="2800" u="none">
              <a:solidFill>
                <a:srgbClr val="000000"/>
              </a:solidFill>
              <a:latin typeface="Times New Roman"/>
              <a:ea typeface="Times New Roman"/>
              <a:cs typeface="Times New Roman"/>
              <a:sym typeface="Times New Roman"/>
            </a:endParaRPr>
          </a:p>
          <a:p>
            <a:pPr indent="0" lvl="0" marL="0" marR="0" rtl="0" algn="ctr">
              <a:lnSpc>
                <a:spcPct val="93000"/>
              </a:lnSpc>
              <a:spcBef>
                <a:spcPts val="0"/>
              </a:spcBef>
              <a:spcAft>
                <a:spcPts val="0"/>
              </a:spcAft>
              <a:buClr>
                <a:srgbClr val="000000"/>
              </a:buClr>
              <a:buSzPts val="2800"/>
              <a:buFont typeface="Times New Roman"/>
              <a:buNone/>
            </a:pPr>
            <a:r>
              <a:rPr b="1" i="0" lang="en-US" sz="2800" u="none">
                <a:solidFill>
                  <a:srgbClr val="000000"/>
                </a:solidFill>
                <a:latin typeface="Times New Roman"/>
                <a:ea typeface="Times New Roman"/>
                <a:cs typeface="Times New Roman"/>
                <a:sym typeface="Times New Roman"/>
              </a:rPr>
              <a:t>Project Guide</a:t>
            </a:r>
            <a:endParaRPr/>
          </a:p>
          <a:p>
            <a:pPr indent="0" lvl="0" marL="0" marR="0" rtl="0" algn="ctr">
              <a:lnSpc>
                <a:spcPct val="93000"/>
              </a:lnSpc>
              <a:spcBef>
                <a:spcPts val="0"/>
              </a:spcBef>
              <a:spcAft>
                <a:spcPts val="0"/>
              </a:spcAft>
              <a:buClr>
                <a:srgbClr val="000000"/>
              </a:buClr>
              <a:buSzPts val="2400"/>
              <a:buFont typeface="Times New Roman"/>
              <a:buNone/>
            </a:pPr>
            <a:r>
              <a:rPr b="1" i="0" lang="en-US" sz="2400" u="none">
                <a:solidFill>
                  <a:srgbClr val="000000"/>
                </a:solidFill>
                <a:latin typeface="Times New Roman"/>
                <a:ea typeface="Times New Roman"/>
                <a:cs typeface="Times New Roman"/>
                <a:sym typeface="Times New Roman"/>
              </a:rPr>
              <a:t>Prof.Richa Singh </a:t>
            </a:r>
            <a:endParaRPr/>
          </a:p>
        </p:txBody>
      </p:sp>
      <p:cxnSp>
        <p:nvCxnSpPr>
          <p:cNvPr id="137" name="Google Shape;137;p17"/>
          <p:cNvCxnSpPr/>
          <p:nvPr/>
        </p:nvCxnSpPr>
        <p:spPr>
          <a:xfrm>
            <a:off x="0" y="1743075"/>
            <a:ext cx="10080625" cy="0"/>
          </a:xfrm>
          <a:prstGeom prst="straightConnector1">
            <a:avLst/>
          </a:prstGeom>
          <a:noFill/>
          <a:ln cap="rnd" cmpd="sng" w="25400">
            <a:solidFill>
              <a:schemeClr val="dk1"/>
            </a:solidFill>
            <a:prstDash val="solid"/>
            <a:miter lim="800000"/>
            <a:headEnd len="med" w="med" type="none"/>
            <a:tailEnd len="med" w="med" type="none"/>
          </a:ln>
          <a:effectLst>
            <a:outerShdw blurRad="63500" dir="5400000" dist="25400">
              <a:srgbClr val="000000">
                <a:alpha val="34901"/>
              </a:srgbClr>
            </a:outerShdw>
          </a:effectLst>
        </p:spPr>
      </p:cxnSp>
      <p:pic>
        <p:nvPicPr>
          <p:cNvPr id="138" name="Google Shape;138;p17"/>
          <p:cNvPicPr preferRelativeResize="0"/>
          <p:nvPr/>
        </p:nvPicPr>
        <p:blipFill rotWithShape="1">
          <a:blip r:embed="rId3">
            <a:alphaModFix/>
          </a:blip>
          <a:srcRect b="0" l="0" r="0" t="0"/>
          <a:stretch/>
        </p:blipFill>
        <p:spPr>
          <a:xfrm>
            <a:off x="1079500" y="146050"/>
            <a:ext cx="7686675" cy="1571625"/>
          </a:xfrm>
          <a:prstGeom prst="rect">
            <a:avLst/>
          </a:prstGeom>
          <a:noFill/>
          <a:ln>
            <a:noFill/>
          </a:ln>
        </p:spPr>
      </p:pic>
      <p:graphicFrame>
        <p:nvGraphicFramePr>
          <p:cNvPr id="139" name="Google Shape;139;p17"/>
          <p:cNvGraphicFramePr/>
          <p:nvPr/>
        </p:nvGraphicFramePr>
        <p:xfrm>
          <a:off x="2303462" y="3348037"/>
          <a:ext cx="3000000" cy="3000000"/>
        </p:xfrm>
        <a:graphic>
          <a:graphicData uri="http://schemas.openxmlformats.org/drawingml/2006/table">
            <a:tbl>
              <a:tblPr>
                <a:noFill/>
                <a:tableStyleId>{BB842D7F-7CB9-4D32-947C-21FC11465D73}</a:tableStyleId>
              </a:tblPr>
              <a:tblGrid>
                <a:gridCol w="2060575"/>
                <a:gridCol w="3268650"/>
              </a:tblGrid>
              <a:tr h="641350">
                <a:tc>
                  <a:txBody>
                    <a:bodyPr/>
                    <a:lstStyle/>
                    <a:p>
                      <a:pPr indent="0" lvl="0" marL="0" marR="0" rtl="0" algn="l">
                        <a:lnSpc>
                          <a:spcPct val="100000"/>
                        </a:lnSpc>
                        <a:spcBef>
                          <a:spcPts val="0"/>
                        </a:spcBef>
                        <a:spcAft>
                          <a:spcPts val="0"/>
                        </a:spcAft>
                        <a:buClr>
                          <a:srgbClr val="FFFFFF"/>
                        </a:buClr>
                        <a:buSzPts val="2400"/>
                        <a:buFont typeface="Times New Roman"/>
                        <a:buNone/>
                      </a:pPr>
                      <a:r>
                        <a:rPr b="1" i="0" lang="en-US" sz="2400" u="none" cap="none" strike="noStrike">
                          <a:solidFill>
                            <a:srgbClr val="FFFFFF"/>
                          </a:solidFill>
                          <a:latin typeface="Times New Roman"/>
                          <a:ea typeface="Times New Roman"/>
                          <a:cs typeface="Times New Roman"/>
                          <a:sym typeface="Times New Roman"/>
                        </a:rPr>
                        <a:t>Student ID</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2400"/>
                        <a:buFont typeface="Times New Roman"/>
                        <a:buNone/>
                      </a:pPr>
                      <a:r>
                        <a:rPr b="1" i="0" lang="en-US" sz="2400" u="none" cap="none" strike="noStrike">
                          <a:solidFill>
                            <a:srgbClr val="FFFFFF"/>
                          </a:solidFill>
                          <a:latin typeface="Times New Roman"/>
                          <a:ea typeface="Times New Roman"/>
                          <a:cs typeface="Times New Roman"/>
                          <a:sym typeface="Times New Roman"/>
                        </a:rPr>
                        <a:t>Group Member</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69900">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Chitresh Poojary</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ECF9"/>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22107010</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ECF9"/>
                    </a:solidFill>
                  </a:tcPr>
                </a:tc>
              </a:tr>
              <a:tr h="469900">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Gaurav Shetty</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6FC"/>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23107127</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6FC"/>
                    </a:solidFill>
                  </a:tcPr>
                </a:tc>
              </a:tr>
              <a:tr h="469900">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Shlok Sawant</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ECF9"/>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23107142</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ECF9"/>
                    </a:solidFill>
                  </a:tcPr>
                </a:tc>
              </a:tr>
              <a:tr h="468300">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Manish Sharma</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6FC"/>
                    </a:solidFill>
                  </a:tcPr>
                </a:tc>
                <a:tc>
                  <a:txBody>
                    <a:bodyPr/>
                    <a:lstStyle/>
                    <a:p>
                      <a:pPr indent="0" lvl="0" marL="0" marR="0" rtl="0" algn="l">
                        <a:lnSpc>
                          <a:spcPct val="100000"/>
                        </a:lnSpc>
                        <a:spcBef>
                          <a:spcPts val="0"/>
                        </a:spcBef>
                        <a:spcAft>
                          <a:spcPts val="0"/>
                        </a:spcAft>
                        <a:buClr>
                          <a:srgbClr val="000000"/>
                        </a:buClr>
                        <a:buSzPts val="2000"/>
                        <a:buFont typeface="Times New Roman"/>
                        <a:buNone/>
                      </a:pPr>
                      <a:r>
                        <a:rPr b="0" i="0" lang="en-US" sz="2000" u="none" cap="none" strike="noStrike">
                          <a:solidFill>
                            <a:srgbClr val="000000"/>
                          </a:solidFill>
                          <a:latin typeface="Times New Roman"/>
                          <a:ea typeface="Times New Roman"/>
                          <a:cs typeface="Times New Roman"/>
                          <a:sym typeface="Times New Roman"/>
                        </a:rPr>
                        <a:t>23107058</a:t>
                      </a:r>
                      <a:endParaRPr/>
                    </a:p>
                  </a:txBody>
                  <a:tcPr marT="45700" marB="45700"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F6FC"/>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nvSpPr>
        <p:spPr>
          <a:xfrm>
            <a:off x="504825" y="144462"/>
            <a:ext cx="9070975" cy="1057275"/>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Outline</a:t>
            </a:r>
            <a:endParaRPr/>
          </a:p>
        </p:txBody>
      </p:sp>
      <p:sp>
        <p:nvSpPr>
          <p:cNvPr id="146" name="Google Shape;146;p18"/>
          <p:cNvSpPr txBox="1"/>
          <p:nvPr/>
        </p:nvSpPr>
        <p:spPr>
          <a:xfrm>
            <a:off x="504825" y="1236662"/>
            <a:ext cx="9323387" cy="5578475"/>
          </a:xfrm>
          <a:prstGeom prst="rect">
            <a:avLst/>
          </a:prstGeom>
          <a:noFill/>
          <a:ln>
            <a:noFill/>
          </a:ln>
        </p:spPr>
        <p:txBody>
          <a:bodyPr anchorCtr="0" anchor="t" bIns="0" lIns="0" spcFirstLastPara="1" rIns="0" wrap="square" tIns="21225">
            <a:noAutofit/>
          </a:bodyPr>
          <a:lstStyle/>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Introduction</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Literature Survey of the existing systems</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Limitations of the existing systems</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Problem statement </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System Design</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Technologies and methodologies</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Implementation</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Conclusion </a:t>
            </a:r>
            <a:endParaRPr/>
          </a:p>
          <a:p>
            <a:pPr indent="-322262" lvl="0" marL="430212" marR="0" rtl="0" algn="just">
              <a:lnSpc>
                <a:spcPct val="150000"/>
              </a:lnSpc>
              <a:spcBef>
                <a:spcPts val="0"/>
              </a:spcBef>
              <a:spcAft>
                <a:spcPts val="0"/>
              </a:spcAft>
              <a:buClr>
                <a:schemeClr val="dk1"/>
              </a:buClr>
              <a:buSzPts val="2400"/>
              <a:buFont typeface="Noto Sans Symbols"/>
              <a:buChar char="▪"/>
            </a:pPr>
            <a:r>
              <a:rPr b="0" i="0" lang="en-US" sz="2400" u="none">
                <a:solidFill>
                  <a:schemeClr val="dk1"/>
                </a:solidFill>
                <a:latin typeface="Times New Roman"/>
                <a:ea typeface="Times New Roman"/>
                <a:cs typeface="Times New Roman"/>
                <a:sym typeface="Times New Roman"/>
              </a:rPr>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671512" y="539750"/>
            <a:ext cx="6997700" cy="7191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3900"/>
              <a:buFont typeface="Times New Roman"/>
              <a:buNone/>
            </a:pPr>
            <a:r>
              <a:rPr b="1" i="0" lang="en-US" sz="3900" u="none">
                <a:solidFill>
                  <a:schemeClr val="dk1"/>
                </a:solidFill>
                <a:latin typeface="Times New Roman"/>
                <a:ea typeface="Times New Roman"/>
                <a:cs typeface="Times New Roman"/>
                <a:sym typeface="Times New Roman"/>
              </a:rPr>
              <a:t>Introduction</a:t>
            </a:r>
            <a:endParaRPr/>
          </a:p>
        </p:txBody>
      </p:sp>
      <p:sp>
        <p:nvSpPr>
          <p:cNvPr id="152" name="Google Shape;152;p19"/>
          <p:cNvSpPr txBox="1"/>
          <p:nvPr>
            <p:ph idx="1" type="body"/>
          </p:nvPr>
        </p:nvSpPr>
        <p:spPr>
          <a:xfrm>
            <a:off x="671512" y="1258887"/>
            <a:ext cx="9048750" cy="5976937"/>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1"/>
              </a:buClr>
              <a:buSzPts val="1760"/>
              <a:buFont typeface="Noto Sans Symbols"/>
              <a:buNone/>
            </a:pPr>
            <a:r>
              <a:rPr b="0" i="0" lang="en-US" sz="2200" u="none" cap="none" strike="noStrike">
                <a:solidFill>
                  <a:srgbClr val="0D0D0D"/>
                </a:solidFill>
                <a:latin typeface="Times New Roman"/>
                <a:ea typeface="Times New Roman"/>
                <a:cs typeface="Times New Roman"/>
                <a:sym typeface="Times New Roman"/>
              </a:rPr>
              <a:t>      The rapid growth of </a:t>
            </a:r>
            <a:r>
              <a:rPr b="1" i="0" lang="en-US" sz="2200" u="none" cap="none" strike="noStrike">
                <a:solidFill>
                  <a:srgbClr val="0D0D0D"/>
                </a:solidFill>
                <a:latin typeface="Times New Roman"/>
                <a:ea typeface="Times New Roman"/>
                <a:cs typeface="Times New Roman"/>
                <a:sym typeface="Times New Roman"/>
              </a:rPr>
              <a:t>e-commerce platforms</a:t>
            </a:r>
            <a:r>
              <a:rPr b="0" i="0" lang="en-US" sz="2200" u="none" cap="none" strike="noStrike">
                <a:solidFill>
                  <a:srgbClr val="0D0D0D"/>
                </a:solidFill>
                <a:latin typeface="Times New Roman"/>
                <a:ea typeface="Times New Roman"/>
                <a:cs typeface="Times New Roman"/>
                <a:sym typeface="Times New Roman"/>
              </a:rPr>
              <a:t> has significantly changed the way people purchase products. Websites such as Amazon, Flipkart, and other online marketplaces allow customers to share their experiences through product reviews and ratings. These reviews play an important role in influencing the purchasing decisions of other customers. However, since reviews are spread across multiple platforms and are available in large numbers, it becomes difficult for users to read and analyze all of them to understand the overall opinion about a product.</a:t>
            </a:r>
            <a:endParaRPr/>
          </a:p>
          <a:p>
            <a:pPr indent="0" lvl="0" marL="0" marR="0" rtl="0" algn="just">
              <a:lnSpc>
                <a:spcPct val="100000"/>
              </a:lnSpc>
              <a:spcBef>
                <a:spcPts val="1100"/>
              </a:spcBef>
              <a:spcAft>
                <a:spcPts val="0"/>
              </a:spcAft>
              <a:buClr>
                <a:schemeClr val="accent1"/>
              </a:buClr>
              <a:buSzPts val="1760"/>
              <a:buFont typeface="Noto Sans Symbols"/>
              <a:buNone/>
            </a:pPr>
            <a:r>
              <a:rPr b="0" i="0" lang="en-US" sz="2200" u="none" cap="none" strike="noStrike">
                <a:solidFill>
                  <a:srgbClr val="0D0D0D"/>
                </a:solidFill>
                <a:latin typeface="Times New Roman"/>
                <a:ea typeface="Times New Roman"/>
                <a:cs typeface="Times New Roman"/>
                <a:sym typeface="Times New Roman"/>
              </a:rPr>
              <a:t>To address this problem, </a:t>
            </a:r>
            <a:r>
              <a:rPr b="1" i="0" lang="en-US" sz="2200" u="none" cap="none" strike="noStrike">
                <a:solidFill>
                  <a:srgbClr val="0D0D0D"/>
                </a:solidFill>
                <a:latin typeface="Times New Roman"/>
                <a:ea typeface="Times New Roman"/>
                <a:cs typeface="Times New Roman"/>
                <a:sym typeface="Times New Roman"/>
              </a:rPr>
              <a:t>sentiment analysis</a:t>
            </a:r>
            <a:r>
              <a:rPr b="0" i="0" lang="en-US" sz="2200" u="none" cap="none" strike="noStrike">
                <a:solidFill>
                  <a:srgbClr val="0D0D0D"/>
                </a:solidFill>
                <a:latin typeface="Times New Roman"/>
                <a:ea typeface="Times New Roman"/>
                <a:cs typeface="Times New Roman"/>
                <a:sym typeface="Times New Roman"/>
              </a:rPr>
              <a:t>, a technique of Natural Language Processing (NLP), can be used to automatically analyze and classify reviews into positive, negative, or neutral sentiments. The proposed system, </a:t>
            </a:r>
            <a:r>
              <a:rPr b="1" i="0" lang="en-US" sz="2200" u="none" cap="none" strike="noStrike">
                <a:solidFill>
                  <a:srgbClr val="0D0D0D"/>
                </a:solidFill>
                <a:latin typeface="Times New Roman"/>
                <a:ea typeface="Times New Roman"/>
                <a:cs typeface="Times New Roman"/>
                <a:sym typeface="Times New Roman"/>
              </a:rPr>
              <a:t>Multi-Platform Product Review Sentiment Analyzer</a:t>
            </a:r>
            <a:r>
              <a:rPr b="0" i="0" lang="en-US" sz="2200" u="none" cap="none" strike="noStrike">
                <a:solidFill>
                  <a:srgbClr val="0D0D0D"/>
                </a:solidFill>
                <a:latin typeface="Times New Roman"/>
                <a:ea typeface="Times New Roman"/>
                <a:cs typeface="Times New Roman"/>
                <a:sym typeface="Times New Roman"/>
              </a:rPr>
              <a:t>, aims to collect product reviews from different e-commerce platforms and analyze their sentiments. The system will also identify the most positive and most negative reviews and display the insights using an interactive dashboard. This will help users quickly understand customer opinions and make more informed purchasing decisions.</a:t>
            </a:r>
            <a:endParaRPr/>
          </a:p>
          <a:p>
            <a:pPr indent="-266065" lvl="0" marL="377825" marR="0" rtl="0" algn="l">
              <a:spcBef>
                <a:spcPts val="1100"/>
              </a:spcBef>
              <a:spcAft>
                <a:spcPts val="0"/>
              </a:spcAft>
              <a:buClr>
                <a:schemeClr val="accent1"/>
              </a:buClr>
              <a:buSzPts val="1760"/>
              <a:buFont typeface="Noto Sans Symbols"/>
              <a:buNone/>
            </a:pPr>
            <a:r>
              <a:t/>
            </a:r>
            <a:endParaRPr b="0" i="0" sz="2200" u="none">
              <a:solidFill>
                <a:srgbClr val="0D0D0D"/>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20"/>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Introduction</a:t>
            </a:r>
            <a:endParaRPr/>
          </a:p>
        </p:txBody>
      </p:sp>
      <p:sp>
        <p:nvSpPr>
          <p:cNvPr id="159" name="Google Shape;159;p20"/>
          <p:cNvSpPr txBox="1"/>
          <p:nvPr/>
        </p:nvSpPr>
        <p:spPr>
          <a:xfrm>
            <a:off x="412750" y="1563687"/>
            <a:ext cx="9251950" cy="55356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Noto Sans Symbols"/>
              <a:buChar char="⮚"/>
            </a:pPr>
            <a:r>
              <a:rPr b="1" i="0" lang="en-US" sz="2400" u="none">
                <a:solidFill>
                  <a:srgbClr val="000000"/>
                </a:solidFill>
                <a:latin typeface="Times New Roman"/>
                <a:ea typeface="Times New Roman"/>
                <a:cs typeface="Times New Roman"/>
                <a:sym typeface="Times New Roman"/>
              </a:rPr>
              <a:t>Objective:</a:t>
            </a:r>
            <a:endParaRPr/>
          </a:p>
          <a:p>
            <a:pPr indent="-342900" lvl="0" marL="342900" marR="0" rtl="0" algn="just">
              <a:lnSpc>
                <a:spcPct val="150000"/>
              </a:lnSpc>
              <a:spcBef>
                <a:spcPts val="1100"/>
              </a:spcBef>
              <a:spcAft>
                <a:spcPts val="0"/>
              </a:spcAft>
              <a:buClr>
                <a:srgbClr val="000000"/>
              </a:buClr>
              <a:buSzPts val="1920"/>
              <a:buFont typeface="Arial"/>
              <a:buChar char="•"/>
            </a:pPr>
            <a:r>
              <a:rPr b="0" i="0" lang="en-US" sz="2400" u="none">
                <a:solidFill>
                  <a:srgbClr val="000000"/>
                </a:solidFill>
                <a:latin typeface="Times New Roman"/>
                <a:ea typeface="Times New Roman"/>
                <a:cs typeface="Times New Roman"/>
                <a:sym typeface="Times New Roman"/>
              </a:rPr>
              <a:t>To collect product reviews from multiple e-commerce platforms such as Amazon, Flipkart, etc., for a single product.</a:t>
            </a:r>
            <a:endParaRPr/>
          </a:p>
          <a:p>
            <a:pPr indent="-342900" lvl="0" marL="342900" marR="0" rtl="0" algn="just">
              <a:lnSpc>
                <a:spcPct val="150000"/>
              </a:lnSpc>
              <a:spcBef>
                <a:spcPts val="1100"/>
              </a:spcBef>
              <a:spcAft>
                <a:spcPts val="0"/>
              </a:spcAft>
              <a:buClr>
                <a:srgbClr val="000000"/>
              </a:buClr>
              <a:buSzPts val="1920"/>
              <a:buFont typeface="Arial"/>
              <a:buChar char="•"/>
            </a:pPr>
            <a:r>
              <a:rPr b="0" i="0" lang="en-US" sz="2400" u="none">
                <a:solidFill>
                  <a:srgbClr val="000000"/>
                </a:solidFill>
                <a:latin typeface="Times New Roman"/>
                <a:ea typeface="Times New Roman"/>
                <a:cs typeface="Times New Roman"/>
                <a:sym typeface="Times New Roman"/>
              </a:rPr>
              <a:t>To identify and extract the best (most positive) and worst (most negative) reviews for each product.</a:t>
            </a:r>
            <a:endParaRPr/>
          </a:p>
          <a:p>
            <a:pPr indent="-342900" lvl="0" marL="342900" marR="0" rtl="0" algn="just">
              <a:lnSpc>
                <a:spcPct val="150000"/>
              </a:lnSpc>
              <a:spcBef>
                <a:spcPts val="1100"/>
              </a:spcBef>
              <a:spcAft>
                <a:spcPts val="0"/>
              </a:spcAft>
              <a:buClr>
                <a:srgbClr val="000000"/>
              </a:buClr>
              <a:buSzPts val="1920"/>
              <a:buFont typeface="Arial"/>
              <a:buChar char="•"/>
            </a:pPr>
            <a:r>
              <a:rPr b="0" i="0" lang="en-US" sz="2400" u="none">
                <a:solidFill>
                  <a:srgbClr val="000000"/>
                </a:solidFill>
                <a:latin typeface="Times New Roman"/>
                <a:ea typeface="Times New Roman"/>
                <a:cs typeface="Times New Roman"/>
                <a:sym typeface="Times New Roman"/>
              </a:rPr>
              <a:t>To visualize sentiment distribution, ratings, and review insights using an interactive dashboard.</a:t>
            </a:r>
            <a:endParaRPr/>
          </a:p>
          <a:p>
            <a:pPr indent="-342900" lvl="0" marL="342900" marR="0" rtl="0" algn="just">
              <a:lnSpc>
                <a:spcPct val="150000"/>
              </a:lnSpc>
              <a:spcBef>
                <a:spcPts val="1100"/>
              </a:spcBef>
              <a:spcAft>
                <a:spcPts val="0"/>
              </a:spcAft>
              <a:buClr>
                <a:srgbClr val="000000"/>
              </a:buClr>
              <a:buSzPts val="1920"/>
              <a:buFont typeface="Arial"/>
              <a:buChar char="•"/>
            </a:pPr>
            <a:r>
              <a:rPr b="0" i="0" lang="en-US" sz="2400" u="none">
                <a:solidFill>
                  <a:srgbClr val="000000"/>
                </a:solidFill>
                <a:latin typeface="Times New Roman"/>
                <a:ea typeface="Times New Roman"/>
                <a:cs typeface="Times New Roman"/>
                <a:sym typeface="Times New Roman"/>
              </a:rPr>
              <a:t>To help users make informed purchasing decisions by providing a consolidated sentiment summary.</a:t>
            </a:r>
            <a:endParaRPr/>
          </a:p>
          <a:p>
            <a:pPr indent="0" lvl="0" marL="0" marR="0" rtl="0" algn="l">
              <a:lnSpc>
                <a:spcPct val="100000"/>
              </a:lnSpc>
              <a:spcBef>
                <a:spcPts val="0"/>
              </a:spcBef>
              <a:spcAft>
                <a:spcPts val="0"/>
              </a:spcAft>
              <a:buNone/>
            </a:pPr>
            <a:r>
              <a:t/>
            </a:r>
            <a:endParaRPr b="0" i="0" sz="24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21"/>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Literature Survey of the existing system</a:t>
            </a:r>
            <a:endParaRPr/>
          </a:p>
        </p:txBody>
      </p:sp>
      <p:sp>
        <p:nvSpPr>
          <p:cNvPr id="166" name="Google Shape;166;p21"/>
          <p:cNvSpPr txBox="1"/>
          <p:nvPr/>
        </p:nvSpPr>
        <p:spPr>
          <a:xfrm>
            <a:off x="503237" y="1763712"/>
            <a:ext cx="9070975" cy="4608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aphicFrame>
        <p:nvGraphicFramePr>
          <p:cNvPr id="167" name="Google Shape;167;p21"/>
          <p:cNvGraphicFramePr/>
          <p:nvPr/>
        </p:nvGraphicFramePr>
        <p:xfrm>
          <a:off x="144462" y="1331912"/>
          <a:ext cx="3000000" cy="3000000"/>
        </p:xfrm>
        <a:graphic>
          <a:graphicData uri="http://schemas.openxmlformats.org/drawingml/2006/table">
            <a:tbl>
              <a:tblPr>
                <a:noFill/>
                <a:tableStyleId>{BB842D7F-7CB9-4D32-947C-21FC11465D73}</a:tableStyleId>
              </a:tblPr>
              <a:tblGrid>
                <a:gridCol w="501650"/>
                <a:gridCol w="1674800"/>
                <a:gridCol w="1081075"/>
                <a:gridCol w="647700"/>
                <a:gridCol w="1885950"/>
                <a:gridCol w="2057400"/>
                <a:gridCol w="1889125"/>
              </a:tblGrid>
              <a:tr h="6397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Sr.</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Title</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Author(s)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Year</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Outcome</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Methodology</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Result</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682875">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 Sentiment Analysis for Product Reviews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Anil B., Aman Kumar Singh, Aditya Kumar Singh, Surekha Thota</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2019</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Helps analyze large volumes of product reviews and determine sentiment polarity.</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Used NLP techniques and VADER sentiment analysis on reviews collected from Amazon, Flipkart, and Snapdeal.</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Demonstrated that sentiment analysis can efficiently classify customer opinions into positive, negative, and neutral sentiments. </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560625">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 Sentiment Analysis based Method for Amazon Product Reviews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Jyoti Budhwar, Sukhdip Singh</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2021</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Extracts useful insights from product reviews to help users understand customer feedback</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Collected Amazon reviews and applied NLP preprocessing, tokenization, and sentiment classification to determine positive and negative opinions.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The system successfully classified reviews into sentiment categories and improved understanding of customer opinions.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22"/>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Literature Survey of the existing system</a:t>
            </a:r>
            <a:endParaRPr/>
          </a:p>
        </p:txBody>
      </p:sp>
      <p:sp>
        <p:nvSpPr>
          <p:cNvPr id="174" name="Google Shape;174;p22"/>
          <p:cNvSpPr txBox="1"/>
          <p:nvPr/>
        </p:nvSpPr>
        <p:spPr>
          <a:xfrm>
            <a:off x="503237" y="1763712"/>
            <a:ext cx="9070975" cy="4608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graphicFrame>
        <p:nvGraphicFramePr>
          <p:cNvPr id="175" name="Google Shape;175;p22"/>
          <p:cNvGraphicFramePr/>
          <p:nvPr/>
        </p:nvGraphicFramePr>
        <p:xfrm>
          <a:off x="144462" y="1403350"/>
          <a:ext cx="3000000" cy="3000000"/>
        </p:xfrm>
        <a:graphic>
          <a:graphicData uri="http://schemas.openxmlformats.org/drawingml/2006/table">
            <a:tbl>
              <a:tblPr>
                <a:noFill/>
                <a:tableStyleId>{BB842D7F-7CB9-4D32-947C-21FC11465D73}</a:tableStyleId>
              </a:tblPr>
              <a:tblGrid>
                <a:gridCol w="431800"/>
                <a:gridCol w="1511300"/>
                <a:gridCol w="1368425"/>
                <a:gridCol w="647700"/>
                <a:gridCol w="1728775"/>
                <a:gridCol w="1871650"/>
                <a:gridCol w="2232025"/>
              </a:tblGrid>
              <a:tr h="91440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Sr.</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no</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Title</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Author(s)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Year</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Outcome</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Methodology</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Result</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498725">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3.</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[3] Sentiment Analysis of Flipkart Product Reviews using NLP</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 Kiruthika, U. Sneha Dharshini, K. R. Vaishnavi, R. V. Vishwa Priya</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2023</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Understands consumer opinions based on ratings and review text.</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Collected Flipkart product reviews and used Natural Language Processing for sentiment classification.</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Results showed that sentiment analysis helps identify customer perception and product success factors. </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257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4.</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[4]Sentiment Analysis of Online Shopping Platform Product Reviews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Soumyadeep Paul, Soham Bhattacharyya, Jishnu Chakrabort, Nabarun Ray</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2025</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Predicts sentiment polarity of reviews to analyze customer satisfaction levels.</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Used machine learning models such as Random Forest and Decision Tree, with preprocessing and review score-based labeling.</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Machine learning models effectively categorized reviews and improved sentiment prediction accuracy.</a:t>
                      </a:r>
                      <a:endParaRPr/>
                    </a:p>
                  </a:txBody>
                  <a:tcPr marT="45725" marB="45725" marR="91425" marL="9142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 name="Shape 180"/>
        <p:cNvGrpSpPr/>
        <p:nvPr/>
      </p:nvGrpSpPr>
      <p:grpSpPr>
        <a:xfrm>
          <a:off x="0" y="0"/>
          <a:ext cx="0" cy="0"/>
          <a:chOff x="0" y="0"/>
          <a:chExt cx="0" cy="0"/>
        </a:xfrm>
      </p:grpSpPr>
      <p:sp>
        <p:nvSpPr>
          <p:cNvPr id="181" name="Google Shape;181;p23"/>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 Limitations of existing systems </a:t>
            </a:r>
            <a:endParaRPr/>
          </a:p>
        </p:txBody>
      </p:sp>
      <p:sp>
        <p:nvSpPr>
          <p:cNvPr id="182" name="Google Shape;182;p23"/>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83" name="Google Shape;183;p23"/>
          <p:cNvSpPr txBox="1"/>
          <p:nvPr/>
        </p:nvSpPr>
        <p:spPr>
          <a:xfrm>
            <a:off x="503237" y="1779587"/>
            <a:ext cx="8858250" cy="64436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D0D0D"/>
              </a:buClr>
              <a:buSzPts val="2400"/>
              <a:buFont typeface="Noto Sans Symbols"/>
              <a:buChar char="⮚"/>
            </a:pPr>
            <a:r>
              <a:rPr b="1" i="0" lang="en-US" sz="2400" u="none">
                <a:solidFill>
                  <a:srgbClr val="0D0D0D"/>
                </a:solidFill>
                <a:latin typeface="Times New Roman"/>
                <a:ea typeface="Times New Roman"/>
                <a:cs typeface="Times New Roman"/>
                <a:sym typeface="Times New Roman"/>
              </a:rPr>
              <a:t>Single Platform Analysis:</a:t>
            </a:r>
            <a:endParaRPr/>
          </a:p>
          <a:p>
            <a:pPr indent="-342900" lvl="0" marL="342900" marR="0" rtl="0" algn="just">
              <a:lnSpc>
                <a:spcPct val="100000"/>
              </a:lnSpc>
              <a:spcBef>
                <a:spcPts val="0"/>
              </a:spcBef>
              <a:spcAft>
                <a:spcPts val="0"/>
              </a:spcAft>
              <a:buClr>
                <a:srgbClr val="0D0D0D"/>
              </a:buClr>
              <a:buSzPts val="2400"/>
              <a:buFont typeface="Times New Roman"/>
              <a:buNone/>
            </a:pPr>
            <a:r>
              <a:rPr b="0" i="0" lang="en-US" sz="2400" u="none">
                <a:solidFill>
                  <a:srgbClr val="0D0D0D"/>
                </a:solidFill>
                <a:latin typeface="Times New Roman"/>
                <a:ea typeface="Times New Roman"/>
                <a:cs typeface="Times New Roman"/>
                <a:sym typeface="Times New Roman"/>
              </a:rPr>
              <a:t> Most existing sentiment analysis systems focus on reviews from only one e-commerce platform such as Amazon or Flipkart. Because of this, users cannot see a combined analysis of reviews from multiple platforms for the same product.</a:t>
            </a:r>
            <a:endParaRPr/>
          </a:p>
          <a:p>
            <a:pPr indent="-342900" lvl="0" marL="342900" marR="0" rtl="0" algn="l">
              <a:lnSpc>
                <a:spcPct val="100000"/>
              </a:lnSpc>
              <a:spcBef>
                <a:spcPts val="0"/>
              </a:spcBef>
              <a:spcAft>
                <a:spcPts val="0"/>
              </a:spcAft>
              <a:buClr>
                <a:srgbClr val="0D0D0D"/>
              </a:buClr>
              <a:buSzPts val="2400"/>
              <a:buFont typeface="Noto Sans Symbols"/>
              <a:buChar char="⮚"/>
            </a:pPr>
            <a:r>
              <a:rPr b="1" i="0" lang="en-US" sz="2400" u="none">
                <a:solidFill>
                  <a:srgbClr val="0D0D0D"/>
                </a:solidFill>
                <a:latin typeface="Times New Roman"/>
                <a:ea typeface="Times New Roman"/>
                <a:cs typeface="Times New Roman"/>
                <a:sym typeface="Times New Roman"/>
              </a:rPr>
              <a:t>Difficulty in Handling Large Volume of Reviews:</a:t>
            </a:r>
            <a:endParaRPr/>
          </a:p>
          <a:p>
            <a:pPr indent="-342900" lvl="0" marL="342900" marR="0" rtl="0" algn="just">
              <a:lnSpc>
                <a:spcPct val="100000"/>
              </a:lnSpc>
              <a:spcBef>
                <a:spcPts val="0"/>
              </a:spcBef>
              <a:spcAft>
                <a:spcPts val="0"/>
              </a:spcAft>
              <a:buClr>
                <a:srgbClr val="0D0D0D"/>
              </a:buClr>
              <a:buSzPts val="2400"/>
              <a:buFont typeface="Times New Roman"/>
              <a:buNone/>
            </a:pPr>
            <a:r>
              <a:rPr b="0" i="0" lang="en-US" sz="2400" u="none">
                <a:solidFill>
                  <a:srgbClr val="0D0D0D"/>
                </a:solidFill>
                <a:latin typeface="Times New Roman"/>
                <a:ea typeface="Times New Roman"/>
                <a:cs typeface="Times New Roman"/>
                <a:sym typeface="Times New Roman"/>
              </a:rPr>
              <a:t>    E-commerce websites contain thousands of reviews for a single product. Existing systems often struggle to efficiently process and analyze such large amounts of textual data in a meaningful way.</a:t>
            </a:r>
            <a:endParaRPr/>
          </a:p>
          <a:p>
            <a:pPr indent="-342900" lvl="0" marL="342900" marR="0" rtl="0" algn="l">
              <a:lnSpc>
                <a:spcPct val="100000"/>
              </a:lnSpc>
              <a:spcBef>
                <a:spcPts val="0"/>
              </a:spcBef>
              <a:spcAft>
                <a:spcPts val="0"/>
              </a:spcAft>
              <a:buClr>
                <a:srgbClr val="0D0D0D"/>
              </a:buClr>
              <a:buSzPts val="2400"/>
              <a:buFont typeface="Noto Sans Symbols"/>
              <a:buChar char="⮚"/>
            </a:pPr>
            <a:r>
              <a:rPr b="1" i="0" lang="en-US" sz="2400" u="none">
                <a:solidFill>
                  <a:srgbClr val="0D0D0D"/>
                </a:solidFill>
                <a:latin typeface="Times New Roman"/>
                <a:ea typeface="Times New Roman"/>
                <a:cs typeface="Times New Roman"/>
                <a:sym typeface="Times New Roman"/>
              </a:rPr>
              <a:t>Limited Sentiment Accuracy:</a:t>
            </a:r>
            <a:endParaRPr/>
          </a:p>
          <a:p>
            <a:pPr indent="-342900" lvl="0" marL="342900" marR="0" rtl="0" algn="just">
              <a:lnSpc>
                <a:spcPct val="100000"/>
              </a:lnSpc>
              <a:spcBef>
                <a:spcPts val="0"/>
              </a:spcBef>
              <a:spcAft>
                <a:spcPts val="0"/>
              </a:spcAft>
              <a:buClr>
                <a:srgbClr val="0D0D0D"/>
              </a:buClr>
              <a:buSzPts val="2400"/>
              <a:buFont typeface="Times New Roman"/>
              <a:buNone/>
            </a:pPr>
            <a:r>
              <a:rPr b="0" i="0" lang="en-US" sz="2400" u="none">
                <a:solidFill>
                  <a:srgbClr val="0D0D0D"/>
                </a:solidFill>
                <a:latin typeface="Times New Roman"/>
                <a:ea typeface="Times New Roman"/>
                <a:cs typeface="Times New Roman"/>
                <a:sym typeface="Times New Roman"/>
              </a:rPr>
              <a:t>Many traditional sentiment analysis methods rely on basic Natural Language Processing techniques. These approaches may not accurately detect sarcasm, mixed opinions, or context in customer reviews.</a:t>
            </a:r>
            <a:endParaRPr/>
          </a:p>
          <a:p>
            <a:pPr indent="-190500" lvl="0" marL="342900" marR="0" rtl="0" algn="l">
              <a:lnSpc>
                <a:spcPct val="100000"/>
              </a:lnSpc>
              <a:spcBef>
                <a:spcPts val="0"/>
              </a:spcBef>
              <a:spcAft>
                <a:spcPts val="0"/>
              </a:spcAft>
              <a:buClr>
                <a:schemeClr val="dk1"/>
              </a:buClr>
              <a:buSzPts val="2400"/>
              <a:buFont typeface="Noto Sans Symbols"/>
              <a:buNone/>
            </a:pPr>
            <a:r>
              <a:t/>
            </a:r>
            <a:endParaRPr b="0" i="0" sz="2400" u="none">
              <a:solidFill>
                <a:srgbClr val="0D0D0D"/>
              </a:solidFill>
              <a:latin typeface="Times New Roman"/>
              <a:ea typeface="Times New Roman"/>
              <a:cs typeface="Times New Roman"/>
              <a:sym typeface="Times New Roman"/>
            </a:endParaRPr>
          </a:p>
          <a:p>
            <a:pPr indent="-190500" lvl="0" marL="342900" marR="0" rtl="0" algn="l">
              <a:lnSpc>
                <a:spcPct val="100000"/>
              </a:lnSpc>
              <a:spcBef>
                <a:spcPts val="0"/>
              </a:spcBef>
              <a:spcAft>
                <a:spcPts val="0"/>
              </a:spcAft>
              <a:buClr>
                <a:schemeClr val="dk1"/>
              </a:buClr>
              <a:buSzPts val="2400"/>
              <a:buFont typeface="Noto Sans Symbols"/>
              <a:buNone/>
            </a:pPr>
            <a:r>
              <a:t/>
            </a:r>
            <a:endParaRPr b="0" i="0" sz="2400" u="none">
              <a:solidFill>
                <a:srgbClr val="0D0D0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a:solidFill>
                <a:srgbClr val="0D0D0D"/>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144462" y="684212"/>
            <a:ext cx="7524750" cy="1079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Problem statement </a:t>
            </a:r>
            <a:endParaRPr/>
          </a:p>
        </p:txBody>
      </p:sp>
      <p:sp>
        <p:nvSpPr>
          <p:cNvPr id="189" name="Google Shape;189;p24"/>
          <p:cNvSpPr txBox="1"/>
          <p:nvPr>
            <p:ph idx="1" type="body"/>
          </p:nvPr>
        </p:nvSpPr>
        <p:spPr>
          <a:xfrm>
            <a:off x="144462" y="2168525"/>
            <a:ext cx="8783637" cy="4522787"/>
          </a:xfrm>
          <a:prstGeom prst="rect">
            <a:avLst/>
          </a:prstGeom>
          <a:noFill/>
          <a:ln>
            <a:noFill/>
          </a:ln>
        </p:spPr>
        <p:txBody>
          <a:bodyPr anchorCtr="0" anchor="ctr" bIns="45700" lIns="91425" spcFirstLastPara="1" rIns="91425" wrap="square" tIns="45700">
            <a:spAutoFit/>
          </a:bodyPr>
          <a:lstStyle/>
          <a:p>
            <a:pPr indent="-121920" lvl="0" marL="0" marR="0" rtl="0" algn="just">
              <a:lnSpc>
                <a:spcPct val="100000"/>
              </a:lnSpc>
              <a:spcBef>
                <a:spcPts val="0"/>
              </a:spcBef>
              <a:spcAft>
                <a:spcPts val="0"/>
              </a:spcAft>
              <a:buClr>
                <a:schemeClr val="accent1"/>
              </a:buClr>
              <a:buSzPts val="1920"/>
              <a:buFont typeface="Noto Sans Symbols"/>
              <a:buChar char="●"/>
            </a:pPr>
            <a:r>
              <a:rPr b="0" i="0" lang="en-US" sz="2400" u="none">
                <a:solidFill>
                  <a:srgbClr val="0D0D0D"/>
                </a:solidFill>
                <a:latin typeface="Times New Roman"/>
                <a:ea typeface="Times New Roman"/>
                <a:cs typeface="Times New Roman"/>
                <a:sym typeface="Times New Roman"/>
              </a:rPr>
              <a:t>  Product reviews are available on multiple e-commerce platforms such as Amazon, Flipkart, etc., making it difficult for users to collect and analyze all reviews for a single product.</a:t>
            </a:r>
            <a:endParaRPr/>
          </a:p>
          <a:p>
            <a:pPr indent="0" lvl="0" marL="0" marR="0" rtl="0" algn="just">
              <a:lnSpc>
                <a:spcPct val="100000"/>
              </a:lnSpc>
              <a:spcBef>
                <a:spcPts val="0"/>
              </a:spcBef>
              <a:spcAft>
                <a:spcPts val="0"/>
              </a:spcAft>
              <a:buClr>
                <a:schemeClr val="accent1"/>
              </a:buClr>
              <a:buSzPts val="1920"/>
              <a:buFont typeface="Noto Sans Symbols"/>
              <a:buNone/>
            </a:pPr>
            <a:r>
              <a:t/>
            </a:r>
            <a:endParaRPr b="0" i="0" sz="2400" u="none">
              <a:solidFill>
                <a:srgbClr val="0D0D0D"/>
              </a:solidFill>
              <a:latin typeface="Times New Roman"/>
              <a:ea typeface="Times New Roman"/>
              <a:cs typeface="Times New Roman"/>
              <a:sym typeface="Times New Roman"/>
            </a:endParaRPr>
          </a:p>
          <a:p>
            <a:pPr indent="-121920" lvl="0" marL="0" marR="0" rtl="0" algn="just">
              <a:lnSpc>
                <a:spcPct val="100000"/>
              </a:lnSpc>
              <a:spcBef>
                <a:spcPts val="0"/>
              </a:spcBef>
              <a:spcAft>
                <a:spcPts val="0"/>
              </a:spcAft>
              <a:buClr>
                <a:schemeClr val="accent1"/>
              </a:buClr>
              <a:buSzPts val="1920"/>
              <a:buFont typeface="Noto Sans Symbols"/>
              <a:buChar char="●"/>
            </a:pPr>
            <a:r>
              <a:rPr b="0" i="0" lang="en-US" sz="2400" u="none">
                <a:solidFill>
                  <a:srgbClr val="0D0D0D"/>
                </a:solidFill>
                <a:latin typeface="Times New Roman"/>
                <a:ea typeface="Times New Roman"/>
                <a:cs typeface="Times New Roman"/>
                <a:sym typeface="Times New Roman"/>
              </a:rPr>
              <a:t>The large volume of reviews makes it time-consuming for users to read and understand overall customer opinions.</a:t>
            </a:r>
            <a:endParaRPr/>
          </a:p>
          <a:p>
            <a:pPr indent="0" lvl="0" marL="0" marR="0" rtl="0" algn="just">
              <a:lnSpc>
                <a:spcPct val="100000"/>
              </a:lnSpc>
              <a:spcBef>
                <a:spcPts val="0"/>
              </a:spcBef>
              <a:spcAft>
                <a:spcPts val="0"/>
              </a:spcAft>
              <a:buClr>
                <a:schemeClr val="accent1"/>
              </a:buClr>
              <a:buSzPts val="1920"/>
              <a:buFont typeface="Noto Sans Symbols"/>
              <a:buNone/>
            </a:pPr>
            <a:r>
              <a:t/>
            </a:r>
            <a:endParaRPr b="0" i="0" sz="2400" u="none">
              <a:solidFill>
                <a:srgbClr val="0D0D0D"/>
              </a:solidFill>
              <a:latin typeface="Times New Roman"/>
              <a:ea typeface="Times New Roman"/>
              <a:cs typeface="Times New Roman"/>
              <a:sym typeface="Times New Roman"/>
            </a:endParaRPr>
          </a:p>
          <a:p>
            <a:pPr indent="-121920" lvl="0" marL="0" marR="0" rtl="0" algn="just">
              <a:lnSpc>
                <a:spcPct val="100000"/>
              </a:lnSpc>
              <a:spcBef>
                <a:spcPts val="0"/>
              </a:spcBef>
              <a:spcAft>
                <a:spcPts val="0"/>
              </a:spcAft>
              <a:buClr>
                <a:schemeClr val="accent1"/>
              </a:buClr>
              <a:buSzPts val="1920"/>
              <a:buFont typeface="Noto Sans Symbols"/>
              <a:buChar char="●"/>
            </a:pPr>
            <a:r>
              <a:rPr b="0" i="0" lang="en-US" sz="2400" u="none">
                <a:solidFill>
                  <a:srgbClr val="0D0D0D"/>
                </a:solidFill>
                <a:latin typeface="Times New Roman"/>
                <a:ea typeface="Times New Roman"/>
                <a:cs typeface="Times New Roman"/>
                <a:sym typeface="Times New Roman"/>
              </a:rPr>
              <a:t>Existing platforms mainly show individual reviews and ratings but do not provide a consolidated sentiment summary.</a:t>
            </a:r>
            <a:endParaRPr/>
          </a:p>
          <a:p>
            <a:pPr indent="0" lvl="0" marL="0" marR="0" rtl="0" algn="just">
              <a:lnSpc>
                <a:spcPct val="100000"/>
              </a:lnSpc>
              <a:spcBef>
                <a:spcPts val="0"/>
              </a:spcBef>
              <a:spcAft>
                <a:spcPts val="0"/>
              </a:spcAft>
              <a:buClr>
                <a:schemeClr val="accent1"/>
              </a:buClr>
              <a:buSzPts val="1920"/>
              <a:buFont typeface="Noto Sans Symbols"/>
              <a:buNone/>
            </a:pPr>
            <a:r>
              <a:t/>
            </a:r>
            <a:endParaRPr b="0" i="0" sz="2400" u="none">
              <a:solidFill>
                <a:srgbClr val="0D0D0D"/>
              </a:solidFill>
              <a:latin typeface="Times New Roman"/>
              <a:ea typeface="Times New Roman"/>
              <a:cs typeface="Times New Roman"/>
              <a:sym typeface="Times New Roman"/>
            </a:endParaRPr>
          </a:p>
          <a:p>
            <a:pPr indent="-121920" lvl="0" marL="0" marR="0" rtl="0" algn="just">
              <a:lnSpc>
                <a:spcPct val="100000"/>
              </a:lnSpc>
              <a:spcBef>
                <a:spcPts val="0"/>
              </a:spcBef>
              <a:spcAft>
                <a:spcPts val="0"/>
              </a:spcAft>
              <a:buClr>
                <a:schemeClr val="accent1"/>
              </a:buClr>
              <a:buSzPts val="1920"/>
              <a:buFont typeface="Noto Sans Symbols"/>
              <a:buChar char="●"/>
            </a:pPr>
            <a:r>
              <a:rPr b="0" i="0" lang="en-US" sz="2400" u="none">
                <a:solidFill>
                  <a:srgbClr val="0D0D0D"/>
                </a:solidFill>
                <a:latin typeface="Times New Roman"/>
                <a:ea typeface="Times New Roman"/>
                <a:cs typeface="Times New Roman"/>
                <a:sym typeface="Times New Roman"/>
              </a:rPr>
              <a:t>Users find it difficult to identify the most positive (best) and most negative (worst) reviews quickly.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5"/>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System Design</a:t>
            </a:r>
            <a:endParaRPr/>
          </a:p>
        </p:txBody>
      </p:sp>
      <p:sp>
        <p:nvSpPr>
          <p:cNvPr id="196" name="Google Shape;196;p25"/>
          <p:cNvSpPr txBox="1"/>
          <p:nvPr/>
        </p:nvSpPr>
        <p:spPr>
          <a:xfrm>
            <a:off x="503237" y="1768475"/>
            <a:ext cx="9070975" cy="4989512"/>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197" name="Google Shape;197;p25"/>
          <p:cNvSpPr txBox="1"/>
          <p:nvPr/>
        </p:nvSpPr>
        <p:spPr>
          <a:xfrm>
            <a:off x="287337" y="1731962"/>
            <a:ext cx="8929687" cy="354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pic>
        <p:nvPicPr>
          <p:cNvPr id="198" name="Google Shape;198;p25" title="NLP Pipeline for Review-2026-03-06-071140.png"/>
          <p:cNvPicPr preferRelativeResize="0"/>
          <p:nvPr/>
        </p:nvPicPr>
        <p:blipFill>
          <a:blip r:embed="rId3">
            <a:alphaModFix/>
          </a:blip>
          <a:stretch>
            <a:fillRect/>
          </a:stretch>
        </p:blipFill>
        <p:spPr>
          <a:xfrm>
            <a:off x="353362" y="2590551"/>
            <a:ext cx="9161748" cy="229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26"/>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Technologies and methodologies </a:t>
            </a:r>
            <a:endParaRPr/>
          </a:p>
        </p:txBody>
      </p:sp>
      <p:sp>
        <p:nvSpPr>
          <p:cNvPr id="205" name="Google Shape;205;p26"/>
          <p:cNvSpPr txBox="1"/>
          <p:nvPr/>
        </p:nvSpPr>
        <p:spPr>
          <a:xfrm>
            <a:off x="393700" y="1835150"/>
            <a:ext cx="9180512" cy="5608637"/>
          </a:xfrm>
          <a:prstGeom prst="rect">
            <a:avLst/>
          </a:prstGeom>
          <a:noFill/>
          <a:ln>
            <a:noFill/>
          </a:ln>
        </p:spPr>
        <p:txBody>
          <a:bodyPr anchorCtr="0" anchor="t" bIns="45700" lIns="91425" spcFirstLastPara="1" rIns="91425" wrap="square" tIns="45700">
            <a:noAutofit/>
          </a:bodyPr>
          <a:lstStyle/>
          <a:p>
            <a:pPr indent="-215900" lvl="0" marL="342900" marR="0" rtl="0" algn="just">
              <a:lnSpc>
                <a:spcPct val="100000"/>
              </a:lnSpc>
              <a:spcBef>
                <a:spcPts val="0"/>
              </a:spcBef>
              <a:spcAft>
                <a:spcPts val="0"/>
              </a:spcAft>
              <a:buClr>
                <a:schemeClr val="dk1"/>
              </a:buClr>
              <a:buSzPts val="2000"/>
              <a:buFont typeface="Arial"/>
              <a:buNone/>
            </a:pPr>
            <a:r>
              <a:t/>
            </a:r>
            <a:endParaRPr b="0" i="0" sz="2000" u="none">
              <a:solidFill>
                <a:srgbClr val="000000"/>
              </a:solidFill>
              <a:latin typeface="Times New Roman"/>
              <a:ea typeface="Times New Roman"/>
              <a:cs typeface="Times New Roman"/>
              <a:sym typeface="Times New Roman"/>
            </a:endParaRPr>
          </a:p>
          <a:p>
            <a:pPr indent="-215900" lvl="0" marL="342900" marR="0" rtl="0" algn="just">
              <a:lnSpc>
                <a:spcPct val="100000"/>
              </a:lnSpc>
              <a:spcBef>
                <a:spcPts val="400"/>
              </a:spcBef>
              <a:spcAft>
                <a:spcPts val="0"/>
              </a:spcAft>
              <a:buClr>
                <a:schemeClr val="dk1"/>
              </a:buClr>
              <a:buSzPts val="2000"/>
              <a:buFont typeface="Arial"/>
              <a:buNone/>
            </a:pPr>
            <a:r>
              <a:t/>
            </a:r>
            <a:endParaRPr b="0" i="0" sz="2000" u="none">
              <a:solidFill>
                <a:srgbClr val="000000"/>
              </a:solidFill>
              <a:latin typeface="Times New Roman"/>
              <a:ea typeface="Times New Roman"/>
              <a:cs typeface="Times New Roman"/>
              <a:sym typeface="Times New Roman"/>
            </a:endParaRPr>
          </a:p>
          <a:p>
            <a:pPr indent="-342900" lvl="0" marL="342900" marR="0" rtl="0" algn="just">
              <a:lnSpc>
                <a:spcPct val="100000"/>
              </a:lnSpc>
              <a:spcBef>
                <a:spcPts val="400"/>
              </a:spcBef>
              <a:spcAft>
                <a:spcPts val="0"/>
              </a:spcAft>
              <a:buClr>
                <a:schemeClr val="dk1"/>
              </a:buClr>
              <a:buSzPts val="2000"/>
              <a:buFont typeface="Trebuchet MS"/>
              <a:buNone/>
            </a:pPr>
            <a:r>
              <a:t/>
            </a:r>
            <a:endParaRPr b="0" i="0" sz="20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a:solidFill>
                <a:srgbClr val="000000"/>
              </a:solidFill>
              <a:latin typeface="Times New Roman"/>
              <a:ea typeface="Times New Roman"/>
              <a:cs typeface="Times New Roman"/>
              <a:sym typeface="Times New Roman"/>
            </a:endParaRPr>
          </a:p>
        </p:txBody>
      </p:sp>
      <p:sp>
        <p:nvSpPr>
          <p:cNvPr id="206" name="Google Shape;206;p26"/>
          <p:cNvSpPr txBox="1"/>
          <p:nvPr/>
        </p:nvSpPr>
        <p:spPr>
          <a:xfrm flipH="1">
            <a:off x="385762" y="1428750"/>
            <a:ext cx="9983787" cy="6000750"/>
          </a:xfrm>
          <a:prstGeom prst="rect">
            <a:avLst/>
          </a:prstGeom>
          <a:noFill/>
          <a:ln>
            <a:noFill/>
          </a:ln>
        </p:spPr>
        <p:txBody>
          <a:bodyPr anchorCtr="0" anchor="ctr" bIns="45700" lIns="91425" spcFirstLastPara="1" rIns="91425" wrap="square" tIns="45700">
            <a:spAutoFit/>
          </a:bodyPr>
          <a:lstStyle/>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Python</a:t>
            </a:r>
            <a:r>
              <a:rPr b="0" i="0" lang="en-US" sz="2400" u="none">
                <a:solidFill>
                  <a:schemeClr val="dk1"/>
                </a:solidFill>
                <a:latin typeface="Times New Roman"/>
                <a:ea typeface="Times New Roman"/>
                <a:cs typeface="Times New Roman"/>
                <a:sym typeface="Times New Roman"/>
              </a:rPr>
              <a:t> – Used as the main programming language for backend development,       data processing, and implementing sentiment analysis logic.</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FastAPI</a:t>
            </a:r>
            <a:r>
              <a:rPr b="0" i="0" lang="en-US" sz="2400" u="none">
                <a:solidFill>
                  <a:schemeClr val="dk1"/>
                </a:solidFill>
                <a:latin typeface="Times New Roman"/>
                <a:ea typeface="Times New Roman"/>
                <a:cs typeface="Times New Roman"/>
                <a:sym typeface="Times New Roman"/>
              </a:rPr>
              <a:t> – Used to build fast and efficient APIs that handle requests, process    product reviews, and communicate between the frontend and backend.</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NumPy</a:t>
            </a:r>
            <a:r>
              <a:rPr b="0" i="0" lang="en-US" sz="2400" u="none">
                <a:solidFill>
                  <a:schemeClr val="dk1"/>
                </a:solidFill>
                <a:latin typeface="Times New Roman"/>
                <a:ea typeface="Times New Roman"/>
                <a:cs typeface="Times New Roman"/>
                <a:sym typeface="Times New Roman"/>
              </a:rPr>
              <a:t> – Used for numerical computations and handling arrays during data processing.</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Pandas</a:t>
            </a:r>
            <a:r>
              <a:rPr b="0" i="0" lang="en-US" sz="2400" u="none">
                <a:solidFill>
                  <a:schemeClr val="dk1"/>
                </a:solidFill>
                <a:latin typeface="Times New Roman"/>
                <a:ea typeface="Times New Roman"/>
                <a:cs typeface="Times New Roman"/>
                <a:sym typeface="Times New Roman"/>
              </a:rPr>
              <a:t> – Used for data cleaning, data manipulation, and organizing product review datasets for analysis.</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Scikit-learn (Sklearn)</a:t>
            </a:r>
            <a:r>
              <a:rPr b="0" i="0" lang="en-US" sz="2400" u="none">
                <a:solidFill>
                  <a:schemeClr val="dk1"/>
                </a:solidFill>
                <a:latin typeface="Times New Roman"/>
                <a:ea typeface="Times New Roman"/>
                <a:cs typeface="Times New Roman"/>
                <a:sym typeface="Times New Roman"/>
              </a:rPr>
              <a:t> – Used to implement machine learning algorithms for sentiment classification of product reviews.</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OpenRouter (AI Service)</a:t>
            </a:r>
            <a:r>
              <a:rPr b="0" i="0" lang="en-US" sz="2400" u="none">
                <a:solidFill>
                  <a:schemeClr val="dk1"/>
                </a:solidFill>
                <a:latin typeface="Times New Roman"/>
                <a:ea typeface="Times New Roman"/>
                <a:cs typeface="Times New Roman"/>
                <a:sym typeface="Times New Roman"/>
              </a:rPr>
              <a:t> – Used to access advanced AI models for natural language processing and sentiment analysis.</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HTML</a:t>
            </a:r>
            <a:r>
              <a:rPr b="0" i="0" lang="en-US" sz="2400" u="none">
                <a:solidFill>
                  <a:schemeClr val="dk1"/>
                </a:solidFill>
                <a:latin typeface="Times New Roman"/>
                <a:ea typeface="Times New Roman"/>
                <a:cs typeface="Times New Roman"/>
                <a:sym typeface="Times New Roman"/>
              </a:rPr>
              <a:t> – Used to create the structure of the frontend web pages.</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CSS</a:t>
            </a:r>
            <a:r>
              <a:rPr b="0" i="0" lang="en-US" sz="2400" u="none">
                <a:solidFill>
                  <a:schemeClr val="dk1"/>
                </a:solidFill>
                <a:latin typeface="Times New Roman"/>
                <a:ea typeface="Times New Roman"/>
                <a:cs typeface="Times New Roman"/>
                <a:sym typeface="Times New Roman"/>
              </a:rPr>
              <a:t> – Used to design and style the user interface.</a:t>
            </a:r>
            <a:endParaRPr/>
          </a:p>
          <a:p>
            <a:pPr indent="-152400" lvl="0" marL="90487" marR="0" rtl="0" algn="l">
              <a:lnSpc>
                <a:spcPct val="100000"/>
              </a:lnSpc>
              <a:spcBef>
                <a:spcPts val="0"/>
              </a:spcBef>
              <a:spcAft>
                <a:spcPts val="0"/>
              </a:spcAft>
              <a:buClr>
                <a:schemeClr val="dk1"/>
              </a:buClr>
              <a:buSzPts val="2400"/>
              <a:buFont typeface="Times New Roman"/>
              <a:buChar char="•"/>
            </a:pPr>
            <a:r>
              <a:rPr b="1" i="0" lang="en-US" sz="2400" u="none">
                <a:solidFill>
                  <a:schemeClr val="dk1"/>
                </a:solidFill>
                <a:latin typeface="Times New Roman"/>
                <a:ea typeface="Times New Roman"/>
                <a:cs typeface="Times New Roman"/>
                <a:sym typeface="Times New Roman"/>
              </a:rPr>
              <a:t>JavaScript</a:t>
            </a:r>
            <a:r>
              <a:rPr b="0" i="0" lang="en-US" sz="2400" u="none">
                <a:solidFill>
                  <a:schemeClr val="dk1"/>
                </a:solidFill>
                <a:latin typeface="Times New Roman"/>
                <a:ea typeface="Times New Roman"/>
                <a:cs typeface="Times New Roman"/>
                <a:sym typeface="Times New Roman"/>
              </a:rPr>
              <a:t> – Used to add interactivity and display results such as sentiment insights and dashboards on the frontend.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7"/>
          <p:cNvSpPr txBox="1"/>
          <p:nvPr/>
        </p:nvSpPr>
        <p:spPr>
          <a:xfrm>
            <a:off x="503237" y="292100"/>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Implementation </a:t>
            </a:r>
            <a:endParaRPr/>
          </a:p>
        </p:txBody>
      </p:sp>
      <p:sp>
        <p:nvSpPr>
          <p:cNvPr id="213" name="Google Shape;213;p27"/>
          <p:cNvSpPr txBox="1"/>
          <p:nvPr/>
        </p:nvSpPr>
        <p:spPr>
          <a:xfrm>
            <a:off x="503237" y="1563687"/>
            <a:ext cx="9070975" cy="51943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14" name="Google Shape;214;p27"/>
          <p:cNvSpPr txBox="1"/>
          <p:nvPr/>
        </p:nvSpPr>
        <p:spPr>
          <a:xfrm>
            <a:off x="357187" y="1296987"/>
            <a:ext cx="9363075" cy="738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Landing Page</a:t>
            </a:r>
            <a:r>
              <a:rPr b="0" i="0" lang="en-US" sz="1800" u="none">
                <a:solidFill>
                  <a:schemeClr val="dk1"/>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t/>
            </a:r>
            <a:endParaRPr b="0" i="0" sz="1800" u="none">
              <a:solidFill>
                <a:schemeClr val="dk1"/>
              </a:solidFill>
              <a:latin typeface="Times New Roman"/>
              <a:ea typeface="Times New Roman"/>
              <a:cs typeface="Times New Roman"/>
              <a:sym typeface="Times New Roman"/>
            </a:endParaRPr>
          </a:p>
        </p:txBody>
      </p:sp>
      <p:pic>
        <p:nvPicPr>
          <p:cNvPr id="215" name="Google Shape;215;p27" title="Screenshot from 2026-03-05 18-58-34.png"/>
          <p:cNvPicPr preferRelativeResize="0"/>
          <p:nvPr/>
        </p:nvPicPr>
        <p:blipFill>
          <a:blip r:embed="rId3">
            <a:alphaModFix/>
          </a:blip>
          <a:stretch>
            <a:fillRect/>
          </a:stretch>
        </p:blipFill>
        <p:spPr>
          <a:xfrm>
            <a:off x="503224" y="1859600"/>
            <a:ext cx="9217025" cy="53545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103250" y="684150"/>
            <a:ext cx="9857700" cy="6875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161E22"/>
              </a:buClr>
              <a:buSzPts val="2400"/>
              <a:buFont typeface="Times New Roman"/>
              <a:buNone/>
            </a:pPr>
            <a:r>
              <a:rPr b="1" i="0" lang="en-US" sz="2400" u="none">
                <a:solidFill>
                  <a:srgbClr val="161E22"/>
                </a:solidFill>
                <a:latin typeface="Times New Roman"/>
                <a:ea typeface="Times New Roman"/>
                <a:cs typeface="Times New Roman"/>
                <a:sym typeface="Times New Roman"/>
              </a:rPr>
              <a:t>:</a:t>
            </a:r>
            <a:br>
              <a:rPr b="0" i="0" lang="en-US" sz="3900" u="none">
                <a:solidFill>
                  <a:schemeClr val="accent1"/>
                </a:solidFill>
                <a:latin typeface="Trebuchet MS"/>
                <a:ea typeface="Trebuchet MS"/>
                <a:cs typeface="Trebuchet MS"/>
                <a:sym typeface="Trebuchet MS"/>
              </a:rPr>
            </a:br>
            <a:endParaRPr/>
          </a:p>
        </p:txBody>
      </p:sp>
      <p:pic>
        <p:nvPicPr>
          <p:cNvPr id="221" name="Google Shape;221;p28" title="Screenshot from 2026-03-05 18-58-39.png"/>
          <p:cNvPicPr preferRelativeResize="0"/>
          <p:nvPr/>
        </p:nvPicPr>
        <p:blipFill>
          <a:blip r:embed="rId3">
            <a:alphaModFix/>
          </a:blip>
          <a:stretch>
            <a:fillRect/>
          </a:stretch>
        </p:blipFill>
        <p:spPr>
          <a:xfrm>
            <a:off x="341399" y="758475"/>
            <a:ext cx="8903375" cy="58562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29"/>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Conclusion </a:t>
            </a:r>
            <a:endParaRPr/>
          </a:p>
        </p:txBody>
      </p:sp>
      <p:sp>
        <p:nvSpPr>
          <p:cNvPr id="228" name="Google Shape;228;p29"/>
          <p:cNvSpPr txBox="1"/>
          <p:nvPr/>
        </p:nvSpPr>
        <p:spPr>
          <a:xfrm>
            <a:off x="611187" y="1763712"/>
            <a:ext cx="8855100" cy="34170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Char char="•"/>
            </a:pPr>
            <a:r>
              <a:rPr lang="en-US" sz="2400">
                <a:solidFill>
                  <a:schemeClr val="dk1"/>
                </a:solidFill>
                <a:latin typeface="Times New Roman"/>
                <a:ea typeface="Times New Roman"/>
                <a:cs typeface="Times New Roman"/>
                <a:sym typeface="Times New Roman"/>
              </a:rPr>
              <a:t>It uses sentiment analysis techniques to classify reviews into positive and negative sentiments.</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 system identifies the best (most positive) and worst (most negative) reviews for each product and </a:t>
            </a:r>
            <a:r>
              <a:rPr lang="en-US" sz="2400">
                <a:solidFill>
                  <a:schemeClr val="dk1"/>
                </a:solidFill>
                <a:latin typeface="Times New Roman"/>
                <a:ea typeface="Times New Roman"/>
                <a:cs typeface="Times New Roman"/>
                <a:sym typeface="Times New Roman"/>
              </a:rPr>
              <a:t>displays it in natural language</a:t>
            </a:r>
            <a:endParaRPr/>
          </a:p>
          <a:p>
            <a:pPr indent="-190500" lvl="0" marL="342900" marR="0" rtl="0" algn="l">
              <a:lnSpc>
                <a:spcPct val="100000"/>
              </a:lnSpc>
              <a:spcBef>
                <a:spcPts val="0"/>
              </a:spcBef>
              <a:spcAft>
                <a:spcPts val="0"/>
              </a:spcAft>
              <a:buClr>
                <a:schemeClr val="dk1"/>
              </a:buClr>
              <a:buSzPts val="2400"/>
              <a:buFont typeface="Arial"/>
              <a:buNone/>
            </a:pPr>
            <a:r>
              <a:t/>
            </a:r>
            <a:endParaRPr b="0" i="0" sz="2400" u="none">
              <a:solidFill>
                <a:schemeClr val="dk1"/>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It provides a consolidated view of customer opinions instead of requiring users to read reviews from different platforms separately.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nvSpPr>
        <p:spPr>
          <a:xfrm>
            <a:off x="503237" y="301625"/>
            <a:ext cx="9070975" cy="1262062"/>
          </a:xfrm>
          <a:prstGeom prst="rect">
            <a:avLst/>
          </a:prstGeom>
          <a:noFill/>
          <a:ln>
            <a:noFill/>
          </a:ln>
        </p:spPr>
        <p:txBody>
          <a:bodyPr anchorCtr="0" anchor="ctr" bIns="0" lIns="0" spcFirstLastPara="1" rIns="0" wrap="square" tIns="31675">
            <a:noAutofit/>
          </a:bodyPr>
          <a:lstStyle/>
          <a:p>
            <a:pPr indent="0" lvl="0" marL="0" marR="0" rtl="0" algn="l">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References</a:t>
            </a:r>
            <a:endParaRPr/>
          </a:p>
        </p:txBody>
      </p:sp>
      <p:sp>
        <p:nvSpPr>
          <p:cNvPr id="235" name="Google Shape;235;p30"/>
          <p:cNvSpPr txBox="1"/>
          <p:nvPr/>
        </p:nvSpPr>
        <p:spPr>
          <a:xfrm>
            <a:off x="503237" y="1563687"/>
            <a:ext cx="9070975" cy="5194300"/>
          </a:xfrm>
          <a:prstGeom prst="rect">
            <a:avLst/>
          </a:prstGeom>
          <a:noFill/>
          <a:ln>
            <a:noFill/>
          </a:ln>
        </p:spPr>
        <p:txBody>
          <a:bodyPr anchorCtr="0" anchor="t" bIns="0" lIns="0" spcFirstLastPara="1" rIns="0" wrap="square" tIns="21225">
            <a:noAutofit/>
          </a:bodyPr>
          <a:lstStyle/>
          <a:p>
            <a:pPr indent="0" lvl="0" marL="0" marR="0" rtl="0" algn="l">
              <a:lnSpc>
                <a:spcPct val="100000"/>
              </a:lnSpc>
              <a:spcBef>
                <a:spcPts val="0"/>
              </a:spcBef>
              <a:spcAft>
                <a:spcPts val="0"/>
              </a:spcAft>
              <a:buNone/>
            </a:pPr>
            <a:r>
              <a:t/>
            </a:r>
            <a:endParaRPr b="0" i="0" sz="1800" u="none">
              <a:solidFill>
                <a:schemeClr val="dk1"/>
              </a:solidFill>
              <a:latin typeface="Trebuchet MS"/>
              <a:ea typeface="Trebuchet MS"/>
              <a:cs typeface="Trebuchet MS"/>
              <a:sym typeface="Trebuchet MS"/>
            </a:endParaRPr>
          </a:p>
        </p:txBody>
      </p:sp>
      <p:sp>
        <p:nvSpPr>
          <p:cNvPr id="236" name="Google Shape;236;p30"/>
          <p:cNvSpPr txBox="1"/>
          <p:nvPr/>
        </p:nvSpPr>
        <p:spPr>
          <a:xfrm flipH="1">
            <a:off x="503224" y="1779587"/>
            <a:ext cx="9361500" cy="4525200"/>
          </a:xfrm>
          <a:prstGeom prst="rect">
            <a:avLst/>
          </a:prstGeom>
          <a:noFill/>
          <a:ln>
            <a:noFill/>
          </a:ln>
        </p:spPr>
        <p:txBody>
          <a:bodyPr anchorCtr="0" anchor="ctr" bIns="45700" lIns="91425" spcFirstLastPara="1" rIns="91425" wrap="square" tIns="45700">
            <a:spAutoFit/>
          </a:bodyPr>
          <a:lstStyle/>
          <a:p>
            <a:pPr indent="-381000" lvl="0" marL="457200" marR="0" rtl="0" algn="l">
              <a:lnSpc>
                <a:spcPct val="100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Budhwar, J., &amp; Singh, S. (2021). Sentiment Analysis Based Method for Amazon Product Reviews. International Journal of Engineering Research &amp; Technology (IJERT).</a:t>
            </a:r>
            <a:endParaRPr b="1" sz="24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Singh, A. K., Singh, A. K., &amp; Thota, S. (2019). Sentiment Analysis for Product Reviews Using Natural Language Processing. International Journal of Advanced Research in Computer Science.</a:t>
            </a:r>
            <a:endParaRPr b="1" sz="2400">
              <a:solidFill>
                <a:schemeClr val="dk1"/>
              </a:solidFill>
              <a:latin typeface="Times New Roman"/>
              <a:ea typeface="Times New Roman"/>
              <a:cs typeface="Times New Roman"/>
              <a:sym typeface="Times New Roman"/>
            </a:endParaRPr>
          </a:p>
          <a:p>
            <a:pPr indent="0" lvl="0" marL="91440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Paul, S., Bhattacharyya, S., Chakraborty, J., &amp; Ray, N. (2025). Sentiment Analysis of Online Shopping Platform Product Reviews. International Journal for Research in Applied Science and Engineering Technology (IJRASET).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31"/>
          <p:cNvSpPr txBox="1"/>
          <p:nvPr/>
        </p:nvSpPr>
        <p:spPr>
          <a:xfrm>
            <a:off x="647700" y="3057525"/>
            <a:ext cx="9070975" cy="1262062"/>
          </a:xfrm>
          <a:prstGeom prst="rect">
            <a:avLst/>
          </a:prstGeom>
          <a:noFill/>
          <a:ln>
            <a:noFill/>
          </a:ln>
        </p:spPr>
        <p:txBody>
          <a:bodyPr anchorCtr="0" anchor="ctr" bIns="0" lIns="0" spcFirstLastPara="1" rIns="0" wrap="square" tIns="31675">
            <a:noAutofit/>
          </a:bodyPr>
          <a:lstStyle/>
          <a:p>
            <a:pPr indent="0" lvl="0" marL="0" marR="0" rtl="0" algn="ctr">
              <a:lnSpc>
                <a:spcPct val="93000"/>
              </a:lnSpc>
              <a:spcBef>
                <a:spcPts val="0"/>
              </a:spcBef>
              <a:spcAft>
                <a:spcPts val="0"/>
              </a:spcAft>
              <a:buClr>
                <a:srgbClr val="000000"/>
              </a:buClr>
              <a:buSzPts val="3600"/>
              <a:buFont typeface="Times New Roman"/>
              <a:buNone/>
            </a:pPr>
            <a:r>
              <a:rPr b="1" i="0" lang="en-US" sz="3600" u="none">
                <a:solidFill>
                  <a:srgbClr val="000000"/>
                </a:solidFill>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default">
      <a:dk1>
        <a:srgbClr val="000000"/>
      </a:dk1>
      <a:lt1>
        <a:srgbClr val="FFFFFF"/>
      </a:lt1>
      <a:dk2>
        <a:srgbClr val="2C3C43"/>
      </a:dk2>
      <a:lt2>
        <a:srgbClr val="EBEBEB"/>
      </a:lt2>
      <a:accent1>
        <a:srgbClr val="5FCBEF"/>
      </a:accent1>
      <a:accent2>
        <a:srgbClr val="2E83C3"/>
      </a:accent2>
      <a:accent3>
        <a:srgbClr val="FFFFFF"/>
      </a:accent3>
      <a:accent4>
        <a:srgbClr val="5FCBEF"/>
      </a:accent4>
      <a:accent5>
        <a:srgbClr val="2E83C3"/>
      </a:accent5>
      <a:accent6>
        <a:srgbClr val="FFFFFF"/>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